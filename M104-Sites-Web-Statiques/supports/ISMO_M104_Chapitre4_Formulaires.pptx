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1" r:id="rId46"/>
    <p:sldId id="300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17CD1A-4F31-477D-BD97-26A46BD1B3C0}" v="46" dt="2026-10-11T21:21:42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736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DI KELLOUCH" userId="84060e42-0122-427c-be8c-2eb52904a7dc" providerId="ADAL" clId="{32350AF2-6497-41FA-9209-A6B8120A366D}"/>
    <pc:docChg chg="undo custSel addSld modSld">
      <pc:chgData name="MEHDI KELLOUCH" userId="84060e42-0122-427c-be8c-2eb52904a7dc" providerId="ADAL" clId="{32350AF2-6497-41FA-9209-A6B8120A366D}" dt="2026-10-11T21:21:51.021" v="374" actId="1076"/>
      <pc:docMkLst>
        <pc:docMk/>
      </pc:docMkLst>
      <pc:sldChg chg="addAnim delAnim">
        <pc:chgData name="MEHDI KELLOUCH" userId="84060e42-0122-427c-be8c-2eb52904a7dc" providerId="ADAL" clId="{32350AF2-6497-41FA-9209-A6B8120A366D}" dt="2026-10-04T22:11:31.923" v="254"/>
        <pc:sldMkLst>
          <pc:docMk/>
          <pc:sldMk cId="0" sldId="256"/>
        </pc:sldMkLst>
      </pc:sldChg>
      <pc:sldChg chg="addAnim delAnim">
        <pc:chgData name="MEHDI KELLOUCH" userId="84060e42-0122-427c-be8c-2eb52904a7dc" providerId="ADAL" clId="{32350AF2-6497-41FA-9209-A6B8120A366D}" dt="2026-10-04T22:11:48.412" v="255"/>
        <pc:sldMkLst>
          <pc:docMk/>
          <pc:sldMk cId="0" sldId="257"/>
        </pc:sldMkLst>
      </pc:sldChg>
      <pc:sldChg chg="addAnim delAnim">
        <pc:chgData name="MEHDI KELLOUCH" userId="84060e42-0122-427c-be8c-2eb52904a7dc" providerId="ADAL" clId="{32350AF2-6497-41FA-9209-A6B8120A366D}" dt="2026-10-04T22:11:56.946" v="256"/>
        <pc:sldMkLst>
          <pc:docMk/>
          <pc:sldMk cId="0" sldId="258"/>
        </pc:sldMkLst>
      </pc:sldChg>
      <pc:sldChg chg="addAnim delAnim">
        <pc:chgData name="MEHDI KELLOUCH" userId="84060e42-0122-427c-be8c-2eb52904a7dc" providerId="ADAL" clId="{32350AF2-6497-41FA-9209-A6B8120A366D}" dt="2026-10-04T22:12:19.715" v="258"/>
        <pc:sldMkLst>
          <pc:docMk/>
          <pc:sldMk cId="0" sldId="259"/>
        </pc:sldMkLst>
      </pc:sldChg>
      <pc:sldChg chg="addSp modSp mod addAnim delAnim modAnim">
        <pc:chgData name="MEHDI KELLOUCH" userId="84060e42-0122-427c-be8c-2eb52904a7dc" providerId="ADAL" clId="{32350AF2-6497-41FA-9209-A6B8120A366D}" dt="2026-10-04T22:09:39.439" v="249"/>
        <pc:sldMkLst>
          <pc:docMk/>
          <pc:sldMk cId="0" sldId="260"/>
        </pc:sldMkLst>
        <pc:spChg chg="mod">
          <ac:chgData name="MEHDI KELLOUCH" userId="84060e42-0122-427c-be8c-2eb52904a7dc" providerId="ADAL" clId="{32350AF2-6497-41FA-9209-A6B8120A366D}" dt="2026-10-04T21:42:25.822" v="57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MEHDI KELLOUCH" userId="84060e42-0122-427c-be8c-2eb52904a7dc" providerId="ADAL" clId="{32350AF2-6497-41FA-9209-A6B8120A366D}" dt="2026-10-04T21:49:35.814" v="142" actId="207"/>
          <ac:spMkLst>
            <pc:docMk/>
            <pc:sldMk cId="0" sldId="260"/>
            <ac:spMk id="6" creationId="{00000000-0000-0000-0000-000000000000}"/>
          </ac:spMkLst>
        </pc:spChg>
        <pc:spChg chg="mod">
          <ac:chgData name="MEHDI KELLOUCH" userId="84060e42-0122-427c-be8c-2eb52904a7dc" providerId="ADAL" clId="{32350AF2-6497-41FA-9209-A6B8120A366D}" dt="2026-10-04T22:04:35.772" v="235" actId="20577"/>
          <ac:spMkLst>
            <pc:docMk/>
            <pc:sldMk cId="0" sldId="260"/>
            <ac:spMk id="7" creationId="{00000000-0000-0000-0000-000000000000}"/>
          </ac:spMkLst>
        </pc:spChg>
        <pc:spChg chg="add mod">
          <ac:chgData name="MEHDI KELLOUCH" userId="84060e42-0122-427c-be8c-2eb52904a7dc" providerId="ADAL" clId="{32350AF2-6497-41FA-9209-A6B8120A366D}" dt="2026-10-04T21:42:45.598" v="59" actId="1076"/>
          <ac:spMkLst>
            <pc:docMk/>
            <pc:sldMk cId="0" sldId="260"/>
            <ac:spMk id="9" creationId="{41E7BD7C-7F59-B5EF-981E-4AC6DBD74A52}"/>
          </ac:spMkLst>
        </pc:spChg>
        <pc:spChg chg="add mod">
          <ac:chgData name="MEHDI KELLOUCH" userId="84060e42-0122-427c-be8c-2eb52904a7dc" providerId="ADAL" clId="{32350AF2-6497-41FA-9209-A6B8120A366D}" dt="2026-10-04T21:44:33.026" v="127" actId="15"/>
          <ac:spMkLst>
            <pc:docMk/>
            <pc:sldMk cId="0" sldId="260"/>
            <ac:spMk id="12" creationId="{D53AC02D-CA3A-CA90-4184-FD9A685CAF27}"/>
          </ac:spMkLst>
        </pc:spChg>
        <pc:cxnChg chg="add">
          <ac:chgData name="MEHDI KELLOUCH" userId="84060e42-0122-427c-be8c-2eb52904a7dc" providerId="ADAL" clId="{32350AF2-6497-41FA-9209-A6B8120A366D}" dt="2026-10-04T21:44:52.835" v="128" actId="11529"/>
          <ac:cxnSpMkLst>
            <pc:docMk/>
            <pc:sldMk cId="0" sldId="260"/>
            <ac:cxnSpMk id="14" creationId="{F41AA2EF-8466-C04B-E4FF-55DA21F06AEC}"/>
          </ac:cxnSpMkLst>
        </pc:cxnChg>
        <pc:cxnChg chg="add">
          <ac:chgData name="MEHDI KELLOUCH" userId="84060e42-0122-427c-be8c-2eb52904a7dc" providerId="ADAL" clId="{32350AF2-6497-41FA-9209-A6B8120A366D}" dt="2026-10-04T21:45:08.835" v="129" actId="11529"/>
          <ac:cxnSpMkLst>
            <pc:docMk/>
            <pc:sldMk cId="0" sldId="260"/>
            <ac:cxnSpMk id="16" creationId="{B5FA08A5-7BED-16ED-5D01-615E479EE15B}"/>
          </ac:cxnSpMkLst>
        </pc:cxnChg>
      </pc:sldChg>
      <pc:sldChg chg="addAnim delAnim">
        <pc:chgData name="MEHDI KELLOUCH" userId="84060e42-0122-427c-be8c-2eb52904a7dc" providerId="ADAL" clId="{32350AF2-6497-41FA-9209-A6B8120A366D}" dt="2026-10-04T22:12:33.106" v="259"/>
        <pc:sldMkLst>
          <pc:docMk/>
          <pc:sldMk cId="0" sldId="261"/>
        </pc:sldMkLst>
      </pc:sldChg>
      <pc:sldChg chg="modSp mod addAnim delAnim">
        <pc:chgData name="MEHDI KELLOUCH" userId="84060e42-0122-427c-be8c-2eb52904a7dc" providerId="ADAL" clId="{32350AF2-6497-41FA-9209-A6B8120A366D}" dt="2026-10-04T22:12:38.984" v="260"/>
        <pc:sldMkLst>
          <pc:docMk/>
          <pc:sldMk cId="0" sldId="262"/>
        </pc:sldMkLst>
        <pc:spChg chg="mod">
          <ac:chgData name="MEHDI KELLOUCH" userId="84060e42-0122-427c-be8c-2eb52904a7dc" providerId="ADAL" clId="{32350AF2-6497-41FA-9209-A6B8120A366D}" dt="2026-10-04T21:46:49.392" v="138" actId="113"/>
          <ac:spMkLst>
            <pc:docMk/>
            <pc:sldMk cId="0" sldId="262"/>
            <ac:spMk id="6" creationId="{00000000-0000-0000-0000-000000000000}"/>
          </ac:spMkLst>
        </pc:spChg>
      </pc:sldChg>
      <pc:sldChg chg="addAnim delAnim">
        <pc:chgData name="MEHDI KELLOUCH" userId="84060e42-0122-427c-be8c-2eb52904a7dc" providerId="ADAL" clId="{32350AF2-6497-41FA-9209-A6B8120A366D}" dt="2026-10-04T22:12:47.871" v="261"/>
        <pc:sldMkLst>
          <pc:docMk/>
          <pc:sldMk cId="0" sldId="263"/>
        </pc:sldMkLst>
      </pc:sldChg>
      <pc:sldChg chg="modSp mod addAnim delAnim">
        <pc:chgData name="MEHDI KELLOUCH" userId="84060e42-0122-427c-be8c-2eb52904a7dc" providerId="ADAL" clId="{32350AF2-6497-41FA-9209-A6B8120A366D}" dt="2026-10-04T22:12:56.453" v="262"/>
        <pc:sldMkLst>
          <pc:docMk/>
          <pc:sldMk cId="0" sldId="264"/>
        </pc:sldMkLst>
        <pc:spChg chg="mod">
          <ac:chgData name="MEHDI KELLOUCH" userId="84060e42-0122-427c-be8c-2eb52904a7dc" providerId="ADAL" clId="{32350AF2-6497-41FA-9209-A6B8120A366D}" dt="2026-10-04T21:46:27.262" v="134" actId="113"/>
          <ac:spMkLst>
            <pc:docMk/>
            <pc:sldMk cId="0" sldId="264"/>
            <ac:spMk id="6" creationId="{00000000-0000-0000-0000-000000000000}"/>
          </ac:spMkLst>
        </pc:spChg>
      </pc:sldChg>
      <pc:sldChg chg="addSp modSp mod addAnim delAnim modAnim">
        <pc:chgData name="MEHDI KELLOUCH" userId="84060e42-0122-427c-be8c-2eb52904a7dc" providerId="ADAL" clId="{32350AF2-6497-41FA-9209-A6B8120A366D}" dt="2026-10-04T22:11:05.144" v="251"/>
        <pc:sldMkLst>
          <pc:docMk/>
          <pc:sldMk cId="0" sldId="265"/>
        </pc:sldMkLst>
        <pc:spChg chg="mod">
          <ac:chgData name="MEHDI KELLOUCH" userId="84060e42-0122-427c-be8c-2eb52904a7dc" providerId="ADAL" clId="{32350AF2-6497-41FA-9209-A6B8120A366D}" dt="2026-10-04T21:50:28.756" v="143" actId="207"/>
          <ac:spMkLst>
            <pc:docMk/>
            <pc:sldMk cId="0" sldId="265"/>
            <ac:spMk id="6" creationId="{00000000-0000-0000-0000-000000000000}"/>
          </ac:spMkLst>
        </pc:spChg>
        <pc:spChg chg="mod">
          <ac:chgData name="MEHDI KELLOUCH" userId="84060e42-0122-427c-be8c-2eb52904a7dc" providerId="ADAL" clId="{32350AF2-6497-41FA-9209-A6B8120A366D}" dt="2026-10-04T22:04:25.474" v="234" actId="20577"/>
          <ac:spMkLst>
            <pc:docMk/>
            <pc:sldMk cId="0" sldId="265"/>
            <ac:spMk id="7" creationId="{00000000-0000-0000-0000-000000000000}"/>
          </ac:spMkLst>
        </pc:spChg>
        <pc:picChg chg="add mod">
          <ac:chgData name="MEHDI KELLOUCH" userId="84060e42-0122-427c-be8c-2eb52904a7dc" providerId="ADAL" clId="{32350AF2-6497-41FA-9209-A6B8120A366D}" dt="2026-10-04T21:32:42.740" v="0"/>
          <ac:picMkLst>
            <pc:docMk/>
            <pc:sldMk cId="0" sldId="265"/>
            <ac:picMk id="9" creationId="{D32BACFE-7C26-9209-CF3A-B91CEF3A1643}"/>
          </ac:picMkLst>
        </pc:picChg>
      </pc:sldChg>
      <pc:sldChg chg="addSp modSp mod addAnim delAnim modAnim">
        <pc:chgData name="MEHDI KELLOUCH" userId="84060e42-0122-427c-be8c-2eb52904a7dc" providerId="ADAL" clId="{32350AF2-6497-41FA-9209-A6B8120A366D}" dt="2026-10-04T22:13:21.514" v="264"/>
        <pc:sldMkLst>
          <pc:docMk/>
          <pc:sldMk cId="0" sldId="266"/>
        </pc:sldMkLst>
        <pc:spChg chg="mod">
          <ac:chgData name="MEHDI KELLOUCH" userId="84060e42-0122-427c-be8c-2eb52904a7dc" providerId="ADAL" clId="{32350AF2-6497-41FA-9209-A6B8120A366D}" dt="2026-10-04T22:04:20.740" v="233" actId="20577"/>
          <ac:spMkLst>
            <pc:docMk/>
            <pc:sldMk cId="0" sldId="266"/>
            <ac:spMk id="7" creationId="{00000000-0000-0000-0000-000000000000}"/>
          </ac:spMkLst>
        </pc:spChg>
        <pc:picChg chg="add mod">
          <ac:chgData name="MEHDI KELLOUCH" userId="84060e42-0122-427c-be8c-2eb52904a7dc" providerId="ADAL" clId="{32350AF2-6497-41FA-9209-A6B8120A366D}" dt="2026-10-04T21:32:59.424" v="1"/>
          <ac:picMkLst>
            <pc:docMk/>
            <pc:sldMk cId="0" sldId="266"/>
            <ac:picMk id="9" creationId="{99855909-BF81-CB3D-9B48-AE9A01FB210B}"/>
          </ac:picMkLst>
        </pc:picChg>
      </pc:sldChg>
      <pc:sldChg chg="addSp modSp mod addAnim delAnim modAnim">
        <pc:chgData name="MEHDI KELLOUCH" userId="84060e42-0122-427c-be8c-2eb52904a7dc" providerId="ADAL" clId="{32350AF2-6497-41FA-9209-A6B8120A366D}" dt="2026-10-04T22:13:44.275" v="266"/>
        <pc:sldMkLst>
          <pc:docMk/>
          <pc:sldMk cId="0" sldId="267"/>
        </pc:sldMkLst>
        <pc:spChg chg="mod">
          <ac:chgData name="MEHDI KELLOUCH" userId="84060e42-0122-427c-be8c-2eb52904a7dc" providerId="ADAL" clId="{32350AF2-6497-41FA-9209-A6B8120A366D}" dt="2026-10-04T22:04:12.843" v="232" actId="20577"/>
          <ac:spMkLst>
            <pc:docMk/>
            <pc:sldMk cId="0" sldId="267"/>
            <ac:spMk id="7" creationId="{00000000-0000-0000-0000-000000000000}"/>
          </ac:spMkLst>
        </pc:spChg>
        <pc:picChg chg="add mod">
          <ac:chgData name="MEHDI KELLOUCH" userId="84060e42-0122-427c-be8c-2eb52904a7dc" providerId="ADAL" clId="{32350AF2-6497-41FA-9209-A6B8120A366D}" dt="2026-10-04T21:33:09.929" v="2"/>
          <ac:picMkLst>
            <pc:docMk/>
            <pc:sldMk cId="0" sldId="267"/>
            <ac:picMk id="9" creationId="{BE13D0EB-7698-1C85-1E59-93D19ABF1550}"/>
          </ac:picMkLst>
        </pc:picChg>
      </pc:sldChg>
      <pc:sldChg chg="addSp modSp mod addAnim delAnim modAnim">
        <pc:chgData name="MEHDI KELLOUCH" userId="84060e42-0122-427c-be8c-2eb52904a7dc" providerId="ADAL" clId="{32350AF2-6497-41FA-9209-A6B8120A366D}" dt="2026-10-04T22:14:00.328" v="268"/>
        <pc:sldMkLst>
          <pc:docMk/>
          <pc:sldMk cId="0" sldId="268"/>
        </pc:sldMkLst>
        <pc:spChg chg="mod">
          <ac:chgData name="MEHDI KELLOUCH" userId="84060e42-0122-427c-be8c-2eb52904a7dc" providerId="ADAL" clId="{32350AF2-6497-41FA-9209-A6B8120A366D}" dt="2026-10-04T22:04:08.337" v="231" actId="20577"/>
          <ac:spMkLst>
            <pc:docMk/>
            <pc:sldMk cId="0" sldId="268"/>
            <ac:spMk id="7" creationId="{00000000-0000-0000-0000-000000000000}"/>
          </ac:spMkLst>
        </pc:spChg>
        <pc:picChg chg="add mod">
          <ac:chgData name="MEHDI KELLOUCH" userId="84060e42-0122-427c-be8c-2eb52904a7dc" providerId="ADAL" clId="{32350AF2-6497-41FA-9209-A6B8120A366D}" dt="2026-10-04T21:33:33.435" v="3"/>
          <ac:picMkLst>
            <pc:docMk/>
            <pc:sldMk cId="0" sldId="268"/>
            <ac:picMk id="9" creationId="{522C52A6-9F07-7216-EF64-E2FCC61EBFF2}"/>
          </ac:picMkLst>
        </pc:picChg>
      </pc:sldChg>
      <pc:sldChg chg="addSp modSp mod addAnim delAnim modAnim">
        <pc:chgData name="MEHDI KELLOUCH" userId="84060e42-0122-427c-be8c-2eb52904a7dc" providerId="ADAL" clId="{32350AF2-6497-41FA-9209-A6B8120A366D}" dt="2026-10-04T22:14:16.959" v="270"/>
        <pc:sldMkLst>
          <pc:docMk/>
          <pc:sldMk cId="0" sldId="269"/>
        </pc:sldMkLst>
        <pc:spChg chg="mod">
          <ac:chgData name="MEHDI KELLOUCH" userId="84060e42-0122-427c-be8c-2eb52904a7dc" providerId="ADAL" clId="{32350AF2-6497-41FA-9209-A6B8120A366D}" dt="2026-10-04T21:51:42.123" v="148" actId="255"/>
          <ac:spMkLst>
            <pc:docMk/>
            <pc:sldMk cId="0" sldId="269"/>
            <ac:spMk id="6" creationId="{00000000-0000-0000-0000-000000000000}"/>
          </ac:spMkLst>
        </pc:spChg>
        <pc:spChg chg="mod">
          <ac:chgData name="MEHDI KELLOUCH" userId="84060e42-0122-427c-be8c-2eb52904a7dc" providerId="ADAL" clId="{32350AF2-6497-41FA-9209-A6B8120A366D}" dt="2026-10-04T22:04:04" v="230" actId="20577"/>
          <ac:spMkLst>
            <pc:docMk/>
            <pc:sldMk cId="0" sldId="269"/>
            <ac:spMk id="7" creationId="{00000000-0000-0000-0000-000000000000}"/>
          </ac:spMkLst>
        </pc:spChg>
        <pc:picChg chg="add mod">
          <ac:chgData name="MEHDI KELLOUCH" userId="84060e42-0122-427c-be8c-2eb52904a7dc" providerId="ADAL" clId="{32350AF2-6497-41FA-9209-A6B8120A366D}" dt="2026-10-04T21:33:44.821" v="4"/>
          <ac:picMkLst>
            <pc:docMk/>
            <pc:sldMk cId="0" sldId="269"/>
            <ac:picMk id="9" creationId="{51CA5899-E0A7-F464-AEFB-5D862C68448D}"/>
          </ac:picMkLst>
        </pc:picChg>
      </pc:sldChg>
      <pc:sldChg chg="addSp modSp mod addAnim delAnim modAnim">
        <pc:chgData name="MEHDI KELLOUCH" userId="84060e42-0122-427c-be8c-2eb52904a7dc" providerId="ADAL" clId="{32350AF2-6497-41FA-9209-A6B8120A366D}" dt="2026-10-04T22:14:25.967" v="272"/>
        <pc:sldMkLst>
          <pc:docMk/>
          <pc:sldMk cId="0" sldId="270"/>
        </pc:sldMkLst>
        <pc:spChg chg="mod">
          <ac:chgData name="MEHDI KELLOUCH" userId="84060e42-0122-427c-be8c-2eb52904a7dc" providerId="ADAL" clId="{32350AF2-6497-41FA-9209-A6B8120A366D}" dt="2026-10-04T22:03:59.720" v="229" actId="20577"/>
          <ac:spMkLst>
            <pc:docMk/>
            <pc:sldMk cId="0" sldId="270"/>
            <ac:spMk id="7" creationId="{00000000-0000-0000-0000-000000000000}"/>
          </ac:spMkLst>
        </pc:spChg>
        <pc:picChg chg="add mod">
          <ac:chgData name="MEHDI KELLOUCH" userId="84060e42-0122-427c-be8c-2eb52904a7dc" providerId="ADAL" clId="{32350AF2-6497-41FA-9209-A6B8120A366D}" dt="2026-10-04T21:33:55.462" v="5"/>
          <ac:picMkLst>
            <pc:docMk/>
            <pc:sldMk cId="0" sldId="270"/>
            <ac:picMk id="9" creationId="{78154030-9BE4-B6AD-31C2-079C797485AD}"/>
          </ac:picMkLst>
        </pc:picChg>
      </pc:sldChg>
      <pc:sldChg chg="modSp mod addAnim delAnim">
        <pc:chgData name="MEHDI KELLOUCH" userId="84060e42-0122-427c-be8c-2eb52904a7dc" providerId="ADAL" clId="{32350AF2-6497-41FA-9209-A6B8120A366D}" dt="2026-10-04T22:14:33.217" v="273"/>
        <pc:sldMkLst>
          <pc:docMk/>
          <pc:sldMk cId="0" sldId="271"/>
        </pc:sldMkLst>
        <pc:spChg chg="mod">
          <ac:chgData name="MEHDI KELLOUCH" userId="84060e42-0122-427c-be8c-2eb52904a7dc" providerId="ADAL" clId="{32350AF2-6497-41FA-9209-A6B8120A366D}" dt="2026-10-04T21:52:52.211" v="160" actId="113"/>
          <ac:spMkLst>
            <pc:docMk/>
            <pc:sldMk cId="0" sldId="271"/>
            <ac:spMk id="6" creationId="{00000000-0000-0000-0000-000000000000}"/>
          </ac:spMkLst>
        </pc:spChg>
      </pc:sldChg>
      <pc:sldChg chg="modSp mod addAnim delAnim">
        <pc:chgData name="MEHDI KELLOUCH" userId="84060e42-0122-427c-be8c-2eb52904a7dc" providerId="ADAL" clId="{32350AF2-6497-41FA-9209-A6B8120A366D}" dt="2026-10-04T22:14:40.532" v="274"/>
        <pc:sldMkLst>
          <pc:docMk/>
          <pc:sldMk cId="0" sldId="272"/>
        </pc:sldMkLst>
        <pc:spChg chg="mod">
          <ac:chgData name="MEHDI KELLOUCH" userId="84060e42-0122-427c-be8c-2eb52904a7dc" providerId="ADAL" clId="{32350AF2-6497-41FA-9209-A6B8120A366D}" dt="2026-10-04T21:52:23.252" v="152" actId="113"/>
          <ac:spMkLst>
            <pc:docMk/>
            <pc:sldMk cId="0" sldId="272"/>
            <ac:spMk id="6" creationId="{00000000-0000-0000-0000-000000000000}"/>
          </ac:spMkLst>
        </pc:spChg>
      </pc:sldChg>
      <pc:sldChg chg="addAnim delAnim">
        <pc:chgData name="MEHDI KELLOUCH" userId="84060e42-0122-427c-be8c-2eb52904a7dc" providerId="ADAL" clId="{32350AF2-6497-41FA-9209-A6B8120A366D}" dt="2026-10-04T22:14:50.220" v="275"/>
        <pc:sldMkLst>
          <pc:docMk/>
          <pc:sldMk cId="0" sldId="273"/>
        </pc:sldMkLst>
      </pc:sldChg>
      <pc:sldChg chg="addSp modSp mod addAnim delAnim modAnim">
        <pc:chgData name="MEHDI KELLOUCH" userId="84060e42-0122-427c-be8c-2eb52904a7dc" providerId="ADAL" clId="{32350AF2-6497-41FA-9209-A6B8120A366D}" dt="2026-10-04T22:14:58.745" v="277"/>
        <pc:sldMkLst>
          <pc:docMk/>
          <pc:sldMk cId="0" sldId="274"/>
        </pc:sldMkLst>
        <pc:spChg chg="mod">
          <ac:chgData name="MEHDI KELLOUCH" userId="84060e42-0122-427c-be8c-2eb52904a7dc" providerId="ADAL" clId="{32350AF2-6497-41FA-9209-A6B8120A366D}" dt="2026-10-04T22:03:48.450" v="228" actId="20577"/>
          <ac:spMkLst>
            <pc:docMk/>
            <pc:sldMk cId="0" sldId="274"/>
            <ac:spMk id="7" creationId="{00000000-0000-0000-0000-000000000000}"/>
          </ac:spMkLst>
        </pc:spChg>
        <pc:picChg chg="add mod">
          <ac:chgData name="MEHDI KELLOUCH" userId="84060e42-0122-427c-be8c-2eb52904a7dc" providerId="ADAL" clId="{32350AF2-6497-41FA-9209-A6B8120A366D}" dt="2026-10-04T21:53:19.065" v="161" actId="1076"/>
          <ac:picMkLst>
            <pc:docMk/>
            <pc:sldMk cId="0" sldId="274"/>
            <ac:picMk id="9" creationId="{F97EA420-CAE4-3722-1808-748F3EC969C2}"/>
          </ac:picMkLst>
        </pc:picChg>
      </pc:sldChg>
      <pc:sldChg chg="addSp modSp mod addAnim delAnim modAnim">
        <pc:chgData name="MEHDI KELLOUCH" userId="84060e42-0122-427c-be8c-2eb52904a7dc" providerId="ADAL" clId="{32350AF2-6497-41FA-9209-A6B8120A366D}" dt="2026-10-04T22:15:07.333" v="279"/>
        <pc:sldMkLst>
          <pc:docMk/>
          <pc:sldMk cId="0" sldId="275"/>
        </pc:sldMkLst>
        <pc:spChg chg="mod">
          <ac:chgData name="MEHDI KELLOUCH" userId="84060e42-0122-427c-be8c-2eb52904a7dc" providerId="ADAL" clId="{32350AF2-6497-41FA-9209-A6B8120A366D}" dt="2026-10-04T22:03:33.438" v="223" actId="20577"/>
          <ac:spMkLst>
            <pc:docMk/>
            <pc:sldMk cId="0" sldId="275"/>
            <ac:spMk id="7" creationId="{00000000-0000-0000-0000-000000000000}"/>
          </ac:spMkLst>
        </pc:spChg>
        <pc:picChg chg="add mod">
          <ac:chgData name="MEHDI KELLOUCH" userId="84060e42-0122-427c-be8c-2eb52904a7dc" providerId="ADAL" clId="{32350AF2-6497-41FA-9209-A6B8120A366D}" dt="2026-10-04T21:53:43.363" v="163" actId="1076"/>
          <ac:picMkLst>
            <pc:docMk/>
            <pc:sldMk cId="0" sldId="275"/>
            <ac:picMk id="9" creationId="{9D44C55C-D9DE-D2A1-8623-DE88A0B037C7}"/>
          </ac:picMkLst>
        </pc:picChg>
      </pc:sldChg>
      <pc:sldChg chg="addSp modSp mod addAnim delAnim modAnim">
        <pc:chgData name="MEHDI KELLOUCH" userId="84060e42-0122-427c-be8c-2eb52904a7dc" providerId="ADAL" clId="{32350AF2-6497-41FA-9209-A6B8120A366D}" dt="2026-10-04T22:15:15.983" v="281"/>
        <pc:sldMkLst>
          <pc:docMk/>
          <pc:sldMk cId="0" sldId="276"/>
        </pc:sldMkLst>
        <pc:spChg chg="mod">
          <ac:chgData name="MEHDI KELLOUCH" userId="84060e42-0122-427c-be8c-2eb52904a7dc" providerId="ADAL" clId="{32350AF2-6497-41FA-9209-A6B8120A366D}" dt="2026-10-04T22:03:11.449" v="219" actId="20577"/>
          <ac:spMkLst>
            <pc:docMk/>
            <pc:sldMk cId="0" sldId="276"/>
            <ac:spMk id="7" creationId="{00000000-0000-0000-0000-000000000000}"/>
          </ac:spMkLst>
        </pc:spChg>
        <pc:picChg chg="add mod">
          <ac:chgData name="MEHDI KELLOUCH" userId="84060e42-0122-427c-be8c-2eb52904a7dc" providerId="ADAL" clId="{32350AF2-6497-41FA-9209-A6B8120A366D}" dt="2026-10-04T21:54:07.912" v="165" actId="1076"/>
          <ac:picMkLst>
            <pc:docMk/>
            <pc:sldMk cId="0" sldId="276"/>
            <ac:picMk id="9" creationId="{2ABB5321-1FD4-2B40-84A8-FEB9B73901A7}"/>
          </ac:picMkLst>
        </pc:picChg>
      </pc:sldChg>
      <pc:sldChg chg="addSp modSp mod addAnim delAnim modAnim">
        <pc:chgData name="MEHDI KELLOUCH" userId="84060e42-0122-427c-be8c-2eb52904a7dc" providerId="ADAL" clId="{32350AF2-6497-41FA-9209-A6B8120A366D}" dt="2026-10-04T22:15:25.733" v="283"/>
        <pc:sldMkLst>
          <pc:docMk/>
          <pc:sldMk cId="0" sldId="277"/>
        </pc:sldMkLst>
        <pc:spChg chg="mod">
          <ac:chgData name="MEHDI KELLOUCH" userId="84060e42-0122-427c-be8c-2eb52904a7dc" providerId="ADAL" clId="{32350AF2-6497-41FA-9209-A6B8120A366D}" dt="2026-10-04T22:02:55.528" v="215" actId="20577"/>
          <ac:spMkLst>
            <pc:docMk/>
            <pc:sldMk cId="0" sldId="277"/>
            <ac:spMk id="7" creationId="{00000000-0000-0000-0000-000000000000}"/>
          </ac:spMkLst>
        </pc:spChg>
        <pc:picChg chg="add mod">
          <ac:chgData name="MEHDI KELLOUCH" userId="84060e42-0122-427c-be8c-2eb52904a7dc" providerId="ADAL" clId="{32350AF2-6497-41FA-9209-A6B8120A366D}" dt="2026-10-04T21:54:25.497" v="167" actId="1076"/>
          <ac:picMkLst>
            <pc:docMk/>
            <pc:sldMk cId="0" sldId="277"/>
            <ac:picMk id="9" creationId="{CBA15985-860C-940B-617F-D9EE4A7E0C9E}"/>
          </ac:picMkLst>
        </pc:picChg>
      </pc:sldChg>
      <pc:sldChg chg="addSp modSp mod addAnim delAnim modAnim">
        <pc:chgData name="MEHDI KELLOUCH" userId="84060e42-0122-427c-be8c-2eb52904a7dc" providerId="ADAL" clId="{32350AF2-6497-41FA-9209-A6B8120A366D}" dt="2026-10-04T22:15:34.484" v="285"/>
        <pc:sldMkLst>
          <pc:docMk/>
          <pc:sldMk cId="0" sldId="278"/>
        </pc:sldMkLst>
        <pc:spChg chg="mod">
          <ac:chgData name="MEHDI KELLOUCH" userId="84060e42-0122-427c-be8c-2eb52904a7dc" providerId="ADAL" clId="{32350AF2-6497-41FA-9209-A6B8120A366D}" dt="2026-10-04T22:02:46.933" v="213" actId="20577"/>
          <ac:spMkLst>
            <pc:docMk/>
            <pc:sldMk cId="0" sldId="278"/>
            <ac:spMk id="7" creationId="{00000000-0000-0000-0000-000000000000}"/>
          </ac:spMkLst>
        </pc:spChg>
        <pc:picChg chg="add mod">
          <ac:chgData name="MEHDI KELLOUCH" userId="84060e42-0122-427c-be8c-2eb52904a7dc" providerId="ADAL" clId="{32350AF2-6497-41FA-9209-A6B8120A366D}" dt="2026-10-04T21:35:02.113" v="10"/>
          <ac:picMkLst>
            <pc:docMk/>
            <pc:sldMk cId="0" sldId="278"/>
            <ac:picMk id="9" creationId="{E86D0EB7-523A-F9D6-14AF-AF76E5147588}"/>
          </ac:picMkLst>
        </pc:picChg>
      </pc:sldChg>
      <pc:sldChg chg="modSp mod addAnim delAnim">
        <pc:chgData name="MEHDI KELLOUCH" userId="84060e42-0122-427c-be8c-2eb52904a7dc" providerId="ADAL" clId="{32350AF2-6497-41FA-9209-A6B8120A366D}" dt="2026-10-04T22:15:44.636" v="286"/>
        <pc:sldMkLst>
          <pc:docMk/>
          <pc:sldMk cId="0" sldId="279"/>
        </pc:sldMkLst>
        <pc:spChg chg="mod">
          <ac:chgData name="MEHDI KELLOUCH" userId="84060e42-0122-427c-be8c-2eb52904a7dc" providerId="ADAL" clId="{32350AF2-6497-41FA-9209-A6B8120A366D}" dt="2026-10-04T21:55:07.765" v="170" actId="113"/>
          <ac:spMkLst>
            <pc:docMk/>
            <pc:sldMk cId="0" sldId="279"/>
            <ac:spMk id="6" creationId="{00000000-0000-0000-0000-000000000000}"/>
          </ac:spMkLst>
        </pc:spChg>
      </pc:sldChg>
      <pc:sldChg chg="addAnim delAnim">
        <pc:chgData name="MEHDI KELLOUCH" userId="84060e42-0122-427c-be8c-2eb52904a7dc" providerId="ADAL" clId="{32350AF2-6497-41FA-9209-A6B8120A366D}" dt="2026-10-04T22:15:50.428" v="287"/>
        <pc:sldMkLst>
          <pc:docMk/>
          <pc:sldMk cId="0" sldId="280"/>
        </pc:sldMkLst>
      </pc:sldChg>
      <pc:sldChg chg="addAnim delAnim">
        <pc:chgData name="MEHDI KELLOUCH" userId="84060e42-0122-427c-be8c-2eb52904a7dc" providerId="ADAL" clId="{32350AF2-6497-41FA-9209-A6B8120A366D}" dt="2026-10-04T22:15:56.763" v="288"/>
        <pc:sldMkLst>
          <pc:docMk/>
          <pc:sldMk cId="0" sldId="281"/>
        </pc:sldMkLst>
      </pc:sldChg>
      <pc:sldChg chg="modSp mod addAnim delAnim">
        <pc:chgData name="MEHDI KELLOUCH" userId="84060e42-0122-427c-be8c-2eb52904a7dc" providerId="ADAL" clId="{32350AF2-6497-41FA-9209-A6B8120A366D}" dt="2026-10-04T22:16:04.396" v="289"/>
        <pc:sldMkLst>
          <pc:docMk/>
          <pc:sldMk cId="0" sldId="282"/>
        </pc:sldMkLst>
        <pc:spChg chg="mod">
          <ac:chgData name="MEHDI KELLOUCH" userId="84060e42-0122-427c-be8c-2eb52904a7dc" providerId="ADAL" clId="{32350AF2-6497-41FA-9209-A6B8120A366D}" dt="2026-10-04T21:55:58.948" v="180" actId="113"/>
          <ac:spMkLst>
            <pc:docMk/>
            <pc:sldMk cId="0" sldId="282"/>
            <ac:spMk id="6" creationId="{00000000-0000-0000-0000-000000000000}"/>
          </ac:spMkLst>
        </pc:spChg>
      </pc:sldChg>
      <pc:sldChg chg="addSp modSp mod addAnim delAnim modAnim">
        <pc:chgData name="MEHDI KELLOUCH" userId="84060e42-0122-427c-be8c-2eb52904a7dc" providerId="ADAL" clId="{32350AF2-6497-41FA-9209-A6B8120A366D}" dt="2026-10-04T22:16:14.132" v="291"/>
        <pc:sldMkLst>
          <pc:docMk/>
          <pc:sldMk cId="0" sldId="283"/>
        </pc:sldMkLst>
        <pc:spChg chg="mod">
          <ac:chgData name="MEHDI KELLOUCH" userId="84060e42-0122-427c-be8c-2eb52904a7dc" providerId="ADAL" clId="{32350AF2-6497-41FA-9209-A6B8120A366D}" dt="2026-10-04T22:02:04.674" v="211" actId="20577"/>
          <ac:spMkLst>
            <pc:docMk/>
            <pc:sldMk cId="0" sldId="283"/>
            <ac:spMk id="7" creationId="{00000000-0000-0000-0000-000000000000}"/>
          </ac:spMkLst>
        </pc:spChg>
        <pc:picChg chg="add mod">
          <ac:chgData name="MEHDI KELLOUCH" userId="84060e42-0122-427c-be8c-2eb52904a7dc" providerId="ADAL" clId="{32350AF2-6497-41FA-9209-A6B8120A366D}" dt="2026-10-04T22:02:17.417" v="212" actId="1076"/>
          <ac:picMkLst>
            <pc:docMk/>
            <pc:sldMk cId="0" sldId="283"/>
            <ac:picMk id="9" creationId="{E805A9FC-A6F4-DBD1-B776-1D1EFF9011F2}"/>
          </ac:picMkLst>
        </pc:picChg>
      </pc:sldChg>
      <pc:sldChg chg="addAnim delAnim">
        <pc:chgData name="MEHDI KELLOUCH" userId="84060e42-0122-427c-be8c-2eb52904a7dc" providerId="ADAL" clId="{32350AF2-6497-41FA-9209-A6B8120A366D}" dt="2026-10-04T22:16:24.687" v="292"/>
        <pc:sldMkLst>
          <pc:docMk/>
          <pc:sldMk cId="0" sldId="284"/>
        </pc:sldMkLst>
      </pc:sldChg>
      <pc:sldChg chg="addAnim delAnim">
        <pc:chgData name="MEHDI KELLOUCH" userId="84060e42-0122-427c-be8c-2eb52904a7dc" providerId="ADAL" clId="{32350AF2-6497-41FA-9209-A6B8120A366D}" dt="2026-10-04T22:16:31.204" v="293"/>
        <pc:sldMkLst>
          <pc:docMk/>
          <pc:sldMk cId="0" sldId="285"/>
        </pc:sldMkLst>
      </pc:sldChg>
      <pc:sldChg chg="addSp modSp mod addAnim delAnim modAnim">
        <pc:chgData name="MEHDI KELLOUCH" userId="84060e42-0122-427c-be8c-2eb52904a7dc" providerId="ADAL" clId="{32350AF2-6497-41FA-9209-A6B8120A366D}" dt="2026-10-04T22:16:40.022" v="295"/>
        <pc:sldMkLst>
          <pc:docMk/>
          <pc:sldMk cId="0" sldId="286"/>
        </pc:sldMkLst>
        <pc:spChg chg="mod">
          <ac:chgData name="MEHDI KELLOUCH" userId="84060e42-0122-427c-be8c-2eb52904a7dc" providerId="ADAL" clId="{32350AF2-6497-41FA-9209-A6B8120A366D}" dt="2026-10-04T22:00:02.739" v="201" actId="20577"/>
          <ac:spMkLst>
            <pc:docMk/>
            <pc:sldMk cId="0" sldId="286"/>
            <ac:spMk id="7" creationId="{00000000-0000-0000-0000-000000000000}"/>
          </ac:spMkLst>
        </pc:spChg>
        <pc:picChg chg="add mod">
          <ac:chgData name="MEHDI KELLOUCH" userId="84060e42-0122-427c-be8c-2eb52904a7dc" providerId="ADAL" clId="{32350AF2-6497-41FA-9209-A6B8120A366D}" dt="2026-10-04T21:56:51.326" v="182" actId="1076"/>
          <ac:picMkLst>
            <pc:docMk/>
            <pc:sldMk cId="0" sldId="286"/>
            <ac:picMk id="9" creationId="{1DB12226-7505-5D51-230B-9EF4D9E97C9C}"/>
          </ac:picMkLst>
        </pc:picChg>
      </pc:sldChg>
      <pc:sldChg chg="addAnim delAnim">
        <pc:chgData name="MEHDI KELLOUCH" userId="84060e42-0122-427c-be8c-2eb52904a7dc" providerId="ADAL" clId="{32350AF2-6497-41FA-9209-A6B8120A366D}" dt="2026-10-04T22:16:46.805" v="296"/>
        <pc:sldMkLst>
          <pc:docMk/>
          <pc:sldMk cId="0" sldId="287"/>
        </pc:sldMkLst>
      </pc:sldChg>
      <pc:sldChg chg="modSp mod addAnim delAnim">
        <pc:chgData name="MEHDI KELLOUCH" userId="84060e42-0122-427c-be8c-2eb52904a7dc" providerId="ADAL" clId="{32350AF2-6497-41FA-9209-A6B8120A366D}" dt="2026-10-04T22:16:52.687" v="297"/>
        <pc:sldMkLst>
          <pc:docMk/>
          <pc:sldMk cId="0" sldId="288"/>
        </pc:sldMkLst>
        <pc:spChg chg="mod">
          <ac:chgData name="MEHDI KELLOUCH" userId="84060e42-0122-427c-be8c-2eb52904a7dc" providerId="ADAL" clId="{32350AF2-6497-41FA-9209-A6B8120A366D}" dt="2026-10-04T21:57:36.855" v="185" actId="113"/>
          <ac:spMkLst>
            <pc:docMk/>
            <pc:sldMk cId="0" sldId="288"/>
            <ac:spMk id="6" creationId="{00000000-0000-0000-0000-000000000000}"/>
          </ac:spMkLst>
        </pc:spChg>
      </pc:sldChg>
      <pc:sldChg chg="addAnim delAnim">
        <pc:chgData name="MEHDI KELLOUCH" userId="84060e42-0122-427c-be8c-2eb52904a7dc" providerId="ADAL" clId="{32350AF2-6497-41FA-9209-A6B8120A366D}" dt="2026-10-04T22:17:02.865" v="298"/>
        <pc:sldMkLst>
          <pc:docMk/>
          <pc:sldMk cId="0" sldId="289"/>
        </pc:sldMkLst>
      </pc:sldChg>
      <pc:sldChg chg="addSp modSp mod addAnim delAnim">
        <pc:chgData name="MEHDI KELLOUCH" userId="84060e42-0122-427c-be8c-2eb52904a7dc" providerId="ADAL" clId="{32350AF2-6497-41FA-9209-A6B8120A366D}" dt="2026-10-11T21:20:40.703" v="368" actId="1076"/>
        <pc:sldMkLst>
          <pc:docMk/>
          <pc:sldMk cId="0" sldId="290"/>
        </pc:sldMkLst>
        <pc:picChg chg="add mod">
          <ac:chgData name="MEHDI KELLOUCH" userId="84060e42-0122-427c-be8c-2eb52904a7dc" providerId="ADAL" clId="{32350AF2-6497-41FA-9209-A6B8120A366D}" dt="2026-10-11T21:20:40.703" v="368" actId="1076"/>
          <ac:picMkLst>
            <pc:docMk/>
            <pc:sldMk cId="0" sldId="290"/>
            <ac:picMk id="8" creationId="{341EFA26-098B-EEEA-3225-DDDBC4443B7F}"/>
          </ac:picMkLst>
        </pc:picChg>
      </pc:sldChg>
      <pc:sldChg chg="addSp modSp mod addAnim delAnim">
        <pc:chgData name="MEHDI KELLOUCH" userId="84060e42-0122-427c-be8c-2eb52904a7dc" providerId="ADAL" clId="{32350AF2-6497-41FA-9209-A6B8120A366D}" dt="2026-10-11T21:16:35.047" v="321" actId="20577"/>
        <pc:sldMkLst>
          <pc:docMk/>
          <pc:sldMk cId="0" sldId="291"/>
        </pc:sldMkLst>
        <pc:spChg chg="mod">
          <ac:chgData name="MEHDI KELLOUCH" userId="84060e42-0122-427c-be8c-2eb52904a7dc" providerId="ADAL" clId="{32350AF2-6497-41FA-9209-A6B8120A366D}" dt="2026-10-11T21:16:35.047" v="321" actId="20577"/>
          <ac:spMkLst>
            <pc:docMk/>
            <pc:sldMk cId="0" sldId="291"/>
            <ac:spMk id="6" creationId="{00000000-0000-0000-0000-000000000000}"/>
          </ac:spMkLst>
        </pc:spChg>
        <pc:picChg chg="add mod">
          <ac:chgData name="MEHDI KELLOUCH" userId="84060e42-0122-427c-be8c-2eb52904a7dc" providerId="ADAL" clId="{32350AF2-6497-41FA-9209-A6B8120A366D}" dt="2026-10-11T21:16:15.657" v="314" actId="1076"/>
          <ac:picMkLst>
            <pc:docMk/>
            <pc:sldMk cId="0" sldId="291"/>
            <ac:picMk id="8" creationId="{C7125523-4F9D-E766-43AF-149C4152E844}"/>
          </ac:picMkLst>
        </pc:picChg>
      </pc:sldChg>
      <pc:sldChg chg="addSp delSp modSp mod addAnim delAnim">
        <pc:chgData name="MEHDI KELLOUCH" userId="84060e42-0122-427c-be8c-2eb52904a7dc" providerId="ADAL" clId="{32350AF2-6497-41FA-9209-A6B8120A366D}" dt="2026-10-11T21:19:52.033" v="366" actId="1076"/>
        <pc:sldMkLst>
          <pc:docMk/>
          <pc:sldMk cId="0" sldId="292"/>
        </pc:sldMkLst>
        <pc:picChg chg="add del mod">
          <ac:chgData name="MEHDI KELLOUCH" userId="84060e42-0122-427c-be8c-2eb52904a7dc" providerId="ADAL" clId="{32350AF2-6497-41FA-9209-A6B8120A366D}" dt="2026-10-11T21:19:03.493" v="359" actId="21"/>
          <ac:picMkLst>
            <pc:docMk/>
            <pc:sldMk cId="0" sldId="292"/>
            <ac:picMk id="8" creationId="{810A2DEC-F1B8-258B-2ADA-EE1A6CE2EFDB}"/>
          </ac:picMkLst>
        </pc:picChg>
        <pc:picChg chg="add del mod">
          <ac:chgData name="MEHDI KELLOUCH" userId="84060e42-0122-427c-be8c-2eb52904a7dc" providerId="ADAL" clId="{32350AF2-6497-41FA-9209-A6B8120A366D}" dt="2026-10-11T21:19:12.195" v="362" actId="21"/>
          <ac:picMkLst>
            <pc:docMk/>
            <pc:sldMk cId="0" sldId="292"/>
            <ac:picMk id="10" creationId="{5D45DB76-1453-9FFA-1F12-DD83A7915B75}"/>
          </ac:picMkLst>
        </pc:picChg>
        <pc:picChg chg="add mod">
          <ac:chgData name="MEHDI KELLOUCH" userId="84060e42-0122-427c-be8c-2eb52904a7dc" providerId="ADAL" clId="{32350AF2-6497-41FA-9209-A6B8120A366D}" dt="2026-10-11T21:19:52.033" v="366" actId="1076"/>
          <ac:picMkLst>
            <pc:docMk/>
            <pc:sldMk cId="0" sldId="292"/>
            <ac:picMk id="12" creationId="{D7570203-1206-44CE-25C9-7D6FF9991390}"/>
          </ac:picMkLst>
        </pc:picChg>
      </pc:sldChg>
      <pc:sldChg chg="addSp delSp modSp mod addAnim delAnim">
        <pc:chgData name="MEHDI KELLOUCH" userId="84060e42-0122-427c-be8c-2eb52904a7dc" providerId="ADAL" clId="{32350AF2-6497-41FA-9209-A6B8120A366D}" dt="2026-10-11T21:19:44.586" v="365" actId="1076"/>
        <pc:sldMkLst>
          <pc:docMk/>
          <pc:sldMk cId="0" sldId="293"/>
        </pc:sldMkLst>
        <pc:picChg chg="add del mod">
          <ac:chgData name="MEHDI KELLOUCH" userId="84060e42-0122-427c-be8c-2eb52904a7dc" providerId="ADAL" clId="{32350AF2-6497-41FA-9209-A6B8120A366D}" dt="2026-10-11T21:18:37.276" v="330" actId="21"/>
          <ac:picMkLst>
            <pc:docMk/>
            <pc:sldMk cId="0" sldId="293"/>
            <ac:picMk id="8" creationId="{689E8176-0F5A-2E1F-F688-4F13C319D4F7}"/>
          </ac:picMkLst>
        </pc:picChg>
        <pc:picChg chg="add mod">
          <ac:chgData name="MEHDI KELLOUCH" userId="84060e42-0122-427c-be8c-2eb52904a7dc" providerId="ADAL" clId="{32350AF2-6497-41FA-9209-A6B8120A366D}" dt="2026-10-11T21:19:44.586" v="365" actId="1076"/>
          <ac:picMkLst>
            <pc:docMk/>
            <pc:sldMk cId="0" sldId="293"/>
            <ac:picMk id="10" creationId="{D293872B-3030-CE22-AEC3-C35A81C4D3C2}"/>
          </ac:picMkLst>
        </pc:picChg>
      </pc:sldChg>
      <pc:sldChg chg="addSp delSp modSp mod addAnim delAnim">
        <pc:chgData name="MEHDI KELLOUCH" userId="84060e42-0122-427c-be8c-2eb52904a7dc" providerId="ADAL" clId="{32350AF2-6497-41FA-9209-A6B8120A366D}" dt="2026-10-11T21:18:58.724" v="358" actId="22"/>
        <pc:sldMkLst>
          <pc:docMk/>
          <pc:sldMk cId="0" sldId="294"/>
        </pc:sldMkLst>
        <pc:spChg chg="mod">
          <ac:chgData name="MEHDI KELLOUCH" userId="84060e42-0122-427c-be8c-2eb52904a7dc" providerId="ADAL" clId="{32350AF2-6497-41FA-9209-A6B8120A366D}" dt="2026-10-04T21:59:40.993" v="197" actId="20577"/>
          <ac:spMkLst>
            <pc:docMk/>
            <pc:sldMk cId="0" sldId="294"/>
            <ac:spMk id="7" creationId="{00000000-0000-0000-0000-000000000000}"/>
          </ac:spMkLst>
        </pc:spChg>
        <pc:picChg chg="add del mod">
          <ac:chgData name="MEHDI KELLOUCH" userId="84060e42-0122-427c-be8c-2eb52904a7dc" providerId="ADAL" clId="{32350AF2-6497-41FA-9209-A6B8120A366D}" dt="2026-10-11T21:18:57.565" v="357" actId="21"/>
          <ac:picMkLst>
            <pc:docMk/>
            <pc:sldMk cId="0" sldId="294"/>
            <ac:picMk id="9" creationId="{4645085C-B44B-0408-2189-14ACF8A6505B}"/>
          </ac:picMkLst>
        </pc:picChg>
        <pc:picChg chg="add">
          <ac:chgData name="MEHDI KELLOUCH" userId="84060e42-0122-427c-be8c-2eb52904a7dc" providerId="ADAL" clId="{32350AF2-6497-41FA-9209-A6B8120A366D}" dt="2026-10-11T21:18:58.724" v="358" actId="22"/>
          <ac:picMkLst>
            <pc:docMk/>
            <pc:sldMk cId="0" sldId="294"/>
            <ac:picMk id="11" creationId="{E79E8FF0-0F15-24D6-2EEB-FCBC23D8C0C7}"/>
          </ac:picMkLst>
        </pc:picChg>
      </pc:sldChg>
      <pc:sldChg chg="addAnim delAnim">
        <pc:chgData name="MEHDI KELLOUCH" userId="84060e42-0122-427c-be8c-2eb52904a7dc" providerId="ADAL" clId="{32350AF2-6497-41FA-9209-A6B8120A366D}" dt="2026-10-04T22:17:45.681" v="304"/>
        <pc:sldMkLst>
          <pc:docMk/>
          <pc:sldMk cId="0" sldId="295"/>
        </pc:sldMkLst>
      </pc:sldChg>
      <pc:sldChg chg="modSp mod addAnim delAnim">
        <pc:chgData name="MEHDI KELLOUCH" userId="84060e42-0122-427c-be8c-2eb52904a7dc" providerId="ADAL" clId="{32350AF2-6497-41FA-9209-A6B8120A366D}" dt="2026-10-04T22:17:54.175" v="305"/>
        <pc:sldMkLst>
          <pc:docMk/>
          <pc:sldMk cId="0" sldId="296"/>
        </pc:sldMkLst>
        <pc:spChg chg="mod">
          <ac:chgData name="MEHDI KELLOUCH" userId="84060e42-0122-427c-be8c-2eb52904a7dc" providerId="ADAL" clId="{32350AF2-6497-41FA-9209-A6B8120A366D}" dt="2026-10-04T21:58:40.377" v="191" actId="15"/>
          <ac:spMkLst>
            <pc:docMk/>
            <pc:sldMk cId="0" sldId="296"/>
            <ac:spMk id="6" creationId="{00000000-0000-0000-0000-000000000000}"/>
          </ac:spMkLst>
        </pc:spChg>
      </pc:sldChg>
      <pc:sldChg chg="modSp mod addAnim delAnim">
        <pc:chgData name="MEHDI KELLOUCH" userId="84060e42-0122-427c-be8c-2eb52904a7dc" providerId="ADAL" clId="{32350AF2-6497-41FA-9209-A6B8120A366D}" dt="2026-10-04T22:18:00.967" v="306"/>
        <pc:sldMkLst>
          <pc:docMk/>
          <pc:sldMk cId="0" sldId="297"/>
        </pc:sldMkLst>
        <pc:spChg chg="mod">
          <ac:chgData name="MEHDI KELLOUCH" userId="84060e42-0122-427c-be8c-2eb52904a7dc" providerId="ADAL" clId="{32350AF2-6497-41FA-9209-A6B8120A366D}" dt="2026-10-04T21:59:11.647" v="196" actId="15"/>
          <ac:spMkLst>
            <pc:docMk/>
            <pc:sldMk cId="0" sldId="297"/>
            <ac:spMk id="6" creationId="{00000000-0000-0000-0000-000000000000}"/>
          </ac:spMkLst>
        </pc:spChg>
      </pc:sldChg>
      <pc:sldChg chg="addAnim delAnim">
        <pc:chgData name="MEHDI KELLOUCH" userId="84060e42-0122-427c-be8c-2eb52904a7dc" providerId="ADAL" clId="{32350AF2-6497-41FA-9209-A6B8120A366D}" dt="2026-10-04T22:18:08.461" v="307"/>
        <pc:sldMkLst>
          <pc:docMk/>
          <pc:sldMk cId="0" sldId="298"/>
        </pc:sldMkLst>
      </pc:sldChg>
      <pc:sldChg chg="addAnim delAnim">
        <pc:chgData name="MEHDI KELLOUCH" userId="84060e42-0122-427c-be8c-2eb52904a7dc" providerId="ADAL" clId="{32350AF2-6497-41FA-9209-A6B8120A366D}" dt="2026-10-04T22:18:18.849" v="308"/>
        <pc:sldMkLst>
          <pc:docMk/>
          <pc:sldMk cId="0" sldId="299"/>
        </pc:sldMkLst>
      </pc:sldChg>
      <pc:sldChg chg="addAnim delAnim">
        <pc:chgData name="MEHDI KELLOUCH" userId="84060e42-0122-427c-be8c-2eb52904a7dc" providerId="ADAL" clId="{32350AF2-6497-41FA-9209-A6B8120A366D}" dt="2026-10-04T22:18:25.499" v="309"/>
        <pc:sldMkLst>
          <pc:docMk/>
          <pc:sldMk cId="0" sldId="300"/>
        </pc:sldMkLst>
      </pc:sldChg>
      <pc:sldChg chg="addSp delSp modSp add mod setBg">
        <pc:chgData name="MEHDI KELLOUCH" userId="84060e42-0122-427c-be8c-2eb52904a7dc" providerId="ADAL" clId="{32350AF2-6497-41FA-9209-A6B8120A366D}" dt="2026-10-11T21:21:51.021" v="374" actId="1076"/>
        <pc:sldMkLst>
          <pc:docMk/>
          <pc:sldMk cId="3975639491" sldId="301"/>
        </pc:sldMkLst>
        <pc:spChg chg="del mod">
          <ac:chgData name="MEHDI KELLOUCH" userId="84060e42-0122-427c-be8c-2eb52904a7dc" providerId="ADAL" clId="{32350AF2-6497-41FA-9209-A6B8120A366D}" dt="2026-10-11T21:21:41.348" v="372"/>
          <ac:spMkLst>
            <pc:docMk/>
            <pc:sldMk cId="3975639491" sldId="301"/>
            <ac:spMk id="6" creationId="{9CFECF44-C131-4B7A-2A6C-22D9C923FF84}"/>
          </ac:spMkLst>
        </pc:spChg>
        <pc:picChg chg="add mod">
          <ac:chgData name="MEHDI KELLOUCH" userId="84060e42-0122-427c-be8c-2eb52904a7dc" providerId="ADAL" clId="{32350AF2-6497-41FA-9209-A6B8120A366D}" dt="2026-10-11T21:21:51.021" v="374" actId="1076"/>
          <ac:picMkLst>
            <pc:docMk/>
            <pc:sldMk cId="3975639491" sldId="301"/>
            <ac:picMk id="8" creationId="{0D8DB1D8-E025-9EF7-1FDD-42A1A957B4D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5F"/>
            </a:gs>
            <a:gs pos="100000">
              <a:srgbClr val="4A1D6E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 i="0">
                <a:solidFill>
                  <a:srgbClr val="FFB400"/>
                </a:solidFill>
                <a:latin typeface="Calibri"/>
              </a:rPr>
              <a:t>ISMO · OFPPT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1">
                <a:solidFill>
                  <a:srgbClr val="D0D8E0"/>
                </a:solidFill>
                <a:latin typeface="Calibri"/>
              </a:rPr>
              <a:t>Institut Spécialisé dans les Métiers de l'Offshoring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1828800" cy="54864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515600" cy="1371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Formulaires HTML5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0" i="1">
                <a:solidFill>
                  <a:srgbClr val="E0E8F0"/>
                </a:solidFill>
                <a:latin typeface="Calibri"/>
              </a:rPr>
              <a:t>Collecter, valider et traiter les données utilisateur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 i="0">
                <a:solidFill>
                  <a:srgbClr val="B8CFE5"/>
                </a:solidFill>
                <a:latin typeface="Calibri"/>
              </a:rPr>
              <a:t>Module M104 · Développement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A0B8D0"/>
                </a:solidFill>
                <a:latin typeface="Calibri"/>
              </a:rPr>
              <a:t>Formateur : KELLOUCH Mahdi · Année : 2025-2026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 nodeType="withEffect">
                            <p:stCondLst>
                              <p:cond delay="1500"/>
                            </p:stCondLst>
                            <p:childTnLst>
                              <p:animEffect transition="in" filter="fade">
                                <p:cBhvr>
                                  <p:cTn id="1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fill="hold" nodeType="withEffect">
                            <p:stCondLst>
                              <p:cond delay="2000"/>
                            </p:stCondLst>
                            <p:childTnLst>
                              <p:animEffect transition="in" filter="fade">
                                <p:cBhvr>
                                  <p:cTn id="13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fill="hold" nodeType="withEffect">
                            <p:stCondLst>
                              <p:cond delay="2500"/>
                            </p:stCondLst>
                            <p:childTnLst>
                              <p:animEffect transition="in" filter="fade">
                                <p:cBhvr>
                                  <p:cTn id="15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libri"/>
              </a:rPr>
              <a:t>Sommaire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82296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i="0">
                <a:solidFill>
                  <a:srgbClr val="D97706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37360"/>
            <a:ext cx="4389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0" i="0">
                <a:solidFill>
                  <a:srgbClr val="1E3A5F"/>
                </a:solidFill>
                <a:latin typeface="Calibri"/>
              </a:rPr>
              <a:t>Anatomie d'un formulaire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82296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i="0">
                <a:solidFill>
                  <a:srgbClr val="D97706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14600"/>
            <a:ext cx="4389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0" i="0">
                <a:solidFill>
                  <a:srgbClr val="1E3A5F"/>
                </a:solidFill>
                <a:latin typeface="Calibri"/>
              </a:rPr>
              <a:t>Champs de saisie essentiels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82296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i="0">
                <a:solidFill>
                  <a:srgbClr val="D97706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91840"/>
            <a:ext cx="4389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0" i="0">
                <a:solidFill>
                  <a:srgbClr val="1E3A5F"/>
                </a:solidFill>
                <a:latin typeface="Calibri"/>
              </a:rPr>
              <a:t>Listes, boutons et zones de texte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82296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i="0">
                <a:solidFill>
                  <a:srgbClr val="D97706"/>
                </a:solidFill>
                <a:latin typeface="Calibr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737360"/>
            <a:ext cx="4389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0" i="0">
                <a:solidFill>
                  <a:srgbClr val="1E3A5F"/>
                </a:solidFill>
                <a:latin typeface="Calibri"/>
              </a:rPr>
              <a:t>Validation HTML5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23160"/>
            <a:ext cx="82296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i="0">
                <a:solidFill>
                  <a:srgbClr val="D97706"/>
                </a:solidFill>
                <a:latin typeface="Calibr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514600"/>
            <a:ext cx="4389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0" i="0">
                <a:solidFill>
                  <a:srgbClr val="1E3A5F"/>
                </a:solidFill>
                <a:latin typeface="Calibri"/>
              </a:rPr>
              <a:t>Structure et accessibilité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82296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i="0">
                <a:solidFill>
                  <a:srgbClr val="D97706"/>
                </a:solidFill>
                <a:latin typeface="Calibri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291840"/>
            <a:ext cx="438912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0" i="0">
                <a:solidFill>
                  <a:srgbClr val="1E3A5F"/>
                </a:solidFill>
                <a:latin typeface="Calibri"/>
              </a:rPr>
              <a:t>Exercices pratiques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6A737D"/>
                </a:solidFill>
                <a:latin typeface="Calibri"/>
              </a:rPr>
              <a:t>Module M104 · Chapitre 4 · Formulaires HTML5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 nodeType="withEffect">
                            <p:stCondLst>
                              <p:cond delay="1500"/>
                            </p:stCondLst>
                            <p:childTnLst>
                              <p:animEffect transition="in" filter="fade">
                                <p:cBhvr>
                                  <p:cTn id="1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fill="hold" nodeType="withEffect">
                            <p:stCondLst>
                              <p:cond delay="2000"/>
                            </p:stCondLst>
                            <p:childTnLst>
                              <p:animEffect transition="in" filter="fade">
                                <p:cBhvr>
                                  <p:cTn id="13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fill="hold" nodeType="withEffect">
                            <p:stCondLst>
                              <p:cond delay="2500"/>
                            </p:stCondLst>
                            <p:childTnLst>
                              <p:animEffect transition="in" filter="fade">
                                <p:cBhvr>
                                  <p:cTn id="1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fill="hold" nodeType="withEffect">
                            <p:stCondLst>
                              <p:cond delay="3000"/>
                            </p:stCondLst>
                            <p:childTnLst>
                              <p:animEffect transition="in" filter="fade">
                                <p:cBhvr>
                                  <p:cTn id="17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fill="hold" nodeType="withEffect">
                            <p:stCondLst>
                              <p:cond delay="3500"/>
                            </p:stCondLst>
                            <p:childTnLst>
                              <p:animEffect transition="in" filter="fade">
                                <p:cBhvr>
                                  <p:cTn id="19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fill="hold" nodeType="withEffect">
                            <p:stCondLst>
                              <p:cond delay="4000"/>
                            </p:stCondLst>
                            <p:childTnLst>
                              <p:animEffect transition="in" filter="fade">
                                <p:cBhvr>
                                  <p:cTn id="21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fill="hold" nodeType="withEffect">
                            <p:stCondLst>
                              <p:cond delay="4500"/>
                            </p:stCondLst>
                            <p:childTnLst>
                              <p:animEffect transition="in" filter="fade">
                                <p:cBhvr>
                                  <p:cTn id="23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fill="hold" nodeType="withEffect">
                            <p:stCondLst>
                              <p:cond delay="5000"/>
                            </p:stCondLst>
                            <p:childTnLst>
                              <p:animEffect transition="in" filter="fade">
                                <p:cBhvr>
                                  <p:cTn id="25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fill="hold" nodeType="withEffect">
                            <p:stCondLst>
                              <p:cond delay="5500"/>
                            </p:stCondLst>
                            <p:childTnLst>
                              <p:animEffect transition="in" filter="fade">
                                <p:cBhvr>
                                  <p:cTn id="27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fill="hold" nodeType="withEffect">
                            <p:stCondLst>
                              <p:cond delay="6000"/>
                            </p:stCondLst>
                            <p:childTnLst>
                              <p:animEffect transition="in" filter="fade">
                                <p:cBhvr>
                                  <p:cTn id="29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fill="hold" nodeType="withEffect">
                            <p:stCondLst>
                              <p:cond delay="6500"/>
                            </p:stCondLst>
                            <p:childTnLst>
                              <p:animEffect transition="in" filter="fade">
                                <p:cBhvr>
                                  <p:cTn id="31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E33"/>
            </a:gs>
            <a:gs pos="100000">
              <a:srgbClr val="1E3A5F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2743200" cy="2743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0" b="1" i="0">
                <a:solidFill>
                  <a:srgbClr val="2A4A6E"/>
                </a:solidFill>
                <a:latin typeface="Calibri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926080"/>
            <a:ext cx="13716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0" y="3200400"/>
            <a:ext cx="685800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Anatomie d'un formulaire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937760"/>
            <a:ext cx="68580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0" i="1">
                <a:solidFill>
                  <a:srgbClr val="B8C8D8"/>
                </a:solidFill>
                <a:latin typeface="Calibri"/>
              </a:rPr>
              <a:t>La balise &lt;form&gt; et ses attributs essentiels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libri"/>
              </a:rPr>
              <a:t>Qu'est-ce qu'un formulaire HTML 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24292E"/>
                </a:solidFill>
                <a:latin typeface="Calibri"/>
              </a:rPr>
              <a:t>Un formulaire HTML est un conteneur qui regroupe des champs de saisie pour collecter les données de l'utilisateur.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Délimité par la balise &lt;form&gt;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Contient des champs : texte, email, mot de passe, etc.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Envoie les données vers un serveur pour traitement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i="1">
                <a:solidFill>
                  <a:srgbClr val="16A34A"/>
                </a:solidFill>
                <a:latin typeface="Calibri"/>
              </a:rPr>
              <a:t>  💡 Sans formulaire, impossible d'interagir avec un serveur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6A737D"/>
                </a:solidFill>
                <a:latin typeface="Calibri"/>
              </a:rPr>
              <a:t>Module M104 · Chapitre 4 · Formulaires HTML5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 balise &lt;form&gt;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100" b="1" i="0">
                <a:solidFill>
                  <a:srgbClr val="D97706"/>
                </a:solidFill>
                <a:latin typeface="Calibri"/>
              </a:rPr>
              <a:t>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5029200"/>
          </a:xfrm>
          <a:prstGeom prst="roundRect">
            <a:avLst>
              <a:gd name="adj" fmla="val 3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515600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form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action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"/</a:t>
            </a:r>
            <a:r>
              <a:rPr sz="2000" dirty="0" err="1">
                <a:solidFill>
                  <a:srgbClr val="CE9178"/>
                </a:solidFill>
                <a:latin typeface="Consolas"/>
              </a:rPr>
              <a:t>traitement.php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method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"post"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  </a:t>
            </a:r>
            <a:r>
              <a:rPr sz="2000" dirty="0">
                <a:solidFill>
                  <a:srgbClr val="6A9955"/>
                </a:solidFill>
                <a:latin typeface="Consolas"/>
              </a:rPr>
              <a:t>&lt;!-- Champs du </a:t>
            </a:r>
            <a:r>
              <a:rPr sz="2000" dirty="0" err="1">
                <a:solidFill>
                  <a:srgbClr val="6A9955"/>
                </a:solidFill>
                <a:latin typeface="Consolas"/>
              </a:rPr>
              <a:t>formulaire</a:t>
            </a:r>
            <a:r>
              <a:rPr sz="2000" dirty="0">
                <a:solidFill>
                  <a:srgbClr val="6A9955"/>
                </a:solidFill>
                <a:latin typeface="Consolas"/>
              </a:rPr>
              <a:t> --&gt;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form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Module M104 · Chapitre 4 · Formulaires HTML5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1E7BD7C-7F59-B5EF-981E-4AC6DBD74A52}"/>
              </a:ext>
            </a:extLst>
          </p:cNvPr>
          <p:cNvSpPr txBox="1"/>
          <p:nvPr/>
        </p:nvSpPr>
        <p:spPr>
          <a:xfrm>
            <a:off x="1791813" y="3028890"/>
            <a:ext cx="37930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Programme exécuté par le serveur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53AC02D-CA3A-CA90-4184-FD9A685CAF27}"/>
              </a:ext>
            </a:extLst>
          </p:cNvPr>
          <p:cNvSpPr txBox="1"/>
          <p:nvPr/>
        </p:nvSpPr>
        <p:spPr>
          <a:xfrm>
            <a:off x="6035040" y="3006355"/>
            <a:ext cx="339394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Méthode utilisée pour envoie :</a:t>
            </a:r>
          </a:p>
          <a:p>
            <a:pPr lvl="1"/>
            <a:r>
              <a:rPr lang="fr-FR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GET</a:t>
            </a:r>
          </a:p>
          <a:p>
            <a:pPr lvl="1"/>
            <a:r>
              <a:rPr lang="fr-FR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POST</a:t>
            </a:r>
          </a:p>
          <a:p>
            <a:pPr lvl="1"/>
            <a:r>
              <a:rPr lang="fr-FR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PUT</a:t>
            </a:r>
          </a:p>
          <a:p>
            <a:pPr lvl="1"/>
            <a:r>
              <a:rPr lang="fr-FR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HEAD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F41AA2EF-8466-C04B-E4FF-55DA21F06AEC}"/>
              </a:ext>
            </a:extLst>
          </p:cNvPr>
          <p:cNvCxnSpPr/>
          <p:nvPr/>
        </p:nvCxnSpPr>
        <p:spPr>
          <a:xfrm flipV="1">
            <a:off x="3688326" y="1900719"/>
            <a:ext cx="0" cy="1105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B5FA08A5-7BED-16ED-5D01-615E479EE15B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6626831" y="1900719"/>
            <a:ext cx="1105180" cy="1105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 nodeType="withEffect">
                            <p:stCondLst>
                              <p:cond delay="1500"/>
                            </p:stCondLst>
                            <p:childTnLst>
                              <p:animEffect transition="in" filter="fade">
                                <p:cBhvr>
                                  <p:cTn id="1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libri"/>
              </a:rPr>
              <a:t>Les attributs de &lt;form&gt;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action · URL de destination des données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method · méthode d'envoi HTTP (get ou post)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enctype · encodage (obligatoire pour les fichiers)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name · nom du formulaire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target · où afficher la réponse (_blank, _self)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novalidate · désactive la validation HTML5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6A737D"/>
                </a:solidFill>
                <a:latin typeface="Calibri"/>
              </a:rPr>
              <a:t>Module M104 · Chapitre 4 · Formulaires HTML5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libri"/>
              </a:rPr>
              <a:t>GET vs POST : quelle méthode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2151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GET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données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visibles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dans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l'URL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GET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limité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en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taille, pour les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recherches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POST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données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envoyées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dans le corps de la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requête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POST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plus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sécurisé</a:t>
            </a:r>
            <a:r>
              <a:rPr sz="2000" dirty="0">
                <a:solidFill>
                  <a:srgbClr val="1E3A5F"/>
                </a:solidFill>
                <a:latin typeface="Calibri"/>
              </a:rPr>
              <a:t>, pour les inscriptions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i="1" dirty="0">
                <a:solidFill>
                  <a:srgbClr val="16A34A"/>
                </a:solidFill>
                <a:latin typeface="Calibri"/>
              </a:rPr>
              <a:t>  💡 </a:t>
            </a:r>
            <a:r>
              <a:rPr sz="1600" i="1" dirty="0" err="1">
                <a:solidFill>
                  <a:srgbClr val="16A34A"/>
                </a:solidFill>
                <a:latin typeface="Calibri"/>
              </a:rPr>
              <a:t>Règle</a:t>
            </a:r>
            <a:r>
              <a:rPr sz="1600" i="1" dirty="0">
                <a:solidFill>
                  <a:srgbClr val="16A34A"/>
                </a:solidFill>
                <a:latin typeface="Calibri"/>
              </a:rPr>
              <a:t> : recherche = GET, données </a:t>
            </a:r>
            <a:r>
              <a:rPr sz="1600" i="1" dirty="0" err="1">
                <a:solidFill>
                  <a:srgbClr val="16A34A"/>
                </a:solidFill>
                <a:latin typeface="Calibri"/>
              </a:rPr>
              <a:t>sensibles</a:t>
            </a:r>
            <a:r>
              <a:rPr sz="1600" i="1" dirty="0">
                <a:solidFill>
                  <a:srgbClr val="16A34A"/>
                </a:solidFill>
                <a:latin typeface="Calibri"/>
              </a:rPr>
              <a:t> = POST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6A737D"/>
                </a:solidFill>
                <a:latin typeface="Calibri"/>
              </a:rPr>
              <a:t>Module M104 · Chapitre 4 · Formulaires HTML5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E33"/>
            </a:gs>
            <a:gs pos="100000">
              <a:srgbClr val="1E3A5F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2743200" cy="2743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0" b="1" i="0">
                <a:solidFill>
                  <a:srgbClr val="2A4A6E"/>
                </a:solidFill>
                <a:latin typeface="Calibri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926080"/>
            <a:ext cx="13716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0" y="3200400"/>
            <a:ext cx="685800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Champs de saisie essentiels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937760"/>
            <a:ext cx="68580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0" i="1">
                <a:solidFill>
                  <a:srgbClr val="B8C8D8"/>
                </a:solidFill>
                <a:latin typeface="Calibri"/>
              </a:rPr>
              <a:t>Les types d'&lt;input&gt; les plus utilisés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libri"/>
              </a:rPr>
              <a:t>La balise &lt;input&gt;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dirty="0">
                <a:solidFill>
                  <a:srgbClr val="24292E"/>
                </a:solidFill>
                <a:latin typeface="Calibri"/>
              </a:rPr>
              <a:t>La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balise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&lt;input&gt; est auto-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fermante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. Son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attribut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type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détermine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le champ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affiché</a:t>
            </a:r>
            <a:r>
              <a:rPr sz="1800" dirty="0">
                <a:solidFill>
                  <a:srgbClr val="24292E"/>
                </a:solidFill>
                <a:latin typeface="Calibri"/>
              </a:rPr>
              <a:t>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id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identifiant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unique (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associé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au label)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name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nom de la donnée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envoyée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placeholder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texte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indicatif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value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valeur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par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défaut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required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champ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obligatoire</a:t>
            </a:r>
            <a:endParaRPr sz="2000" dirty="0">
              <a:solidFill>
                <a:srgbClr val="1E3A5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6A737D"/>
                </a:solidFill>
                <a:latin typeface="Calibri"/>
              </a:rPr>
              <a:t>Module M104 · Chapitre 4 · Formulaires HTML5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Champ texte · type="text"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100" b="1" i="0">
                <a:solidFill>
                  <a:srgbClr val="D97706"/>
                </a:solidFill>
                <a:latin typeface="Calibri"/>
              </a:rPr>
              <a:t>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5029200"/>
          </a:xfrm>
          <a:prstGeom prst="roundRect">
            <a:avLst>
              <a:gd name="adj" fmla="val 3000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515600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for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"nom"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&gt;Nom :&lt;/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input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"text"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id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"nom"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name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"nom"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      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placeholder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 err="1">
                <a:solidFill>
                  <a:srgbClr val="CE9178"/>
                </a:solidFill>
                <a:latin typeface="Consolas"/>
              </a:rPr>
              <a:t>Votre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 nom"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 err="1">
                <a:solidFill>
                  <a:srgbClr val="DCDCAA"/>
                </a:solidFill>
                <a:latin typeface="Consolas"/>
              </a:rPr>
              <a:t>maxlength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"50"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Module M104 · Chapitre 4 · Formulaires HTML5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32BACFE-7C26-9209-CF3A-B91CEF3A1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0" y="3038475"/>
            <a:ext cx="4445000" cy="781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 nodeType="withEffect">
                            <p:stCondLst>
                              <p:cond delay="1500"/>
                            </p:stCondLst>
                            <p:childTnLst>
                              <p:animEffect transition="in" filter="fade">
                                <p:cBhvr>
                                  <p:cTn id="1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Champ email · type="email"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100" b="1" i="0">
                <a:solidFill>
                  <a:srgbClr val="D97706"/>
                </a:solidFill>
                <a:latin typeface="Calibri"/>
              </a:rPr>
              <a:t>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50292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515600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for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"email"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&gt;Email :&lt;/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input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"email"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id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"email"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name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"email"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      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placeholder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"vous@exemple.com"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Module M104 · Chapitre 4 · Formulaires HTML5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9855909-BF81-CB3D-9B48-AE9A01FB2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450" y="3054350"/>
            <a:ext cx="4483100" cy="749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 nodeType="withEffect">
                            <p:stCondLst>
                              <p:cond delay="1500"/>
                            </p:stCondLst>
                            <p:childTnLst>
                              <p:animEffect transition="in" filter="fade">
                                <p:cBhvr>
                                  <p:cTn id="1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Champ mot de passe · type="password"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100" b="1" i="0">
                <a:solidFill>
                  <a:srgbClr val="D97706"/>
                </a:solidFill>
                <a:latin typeface="Calibri"/>
              </a:rPr>
              <a:t>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50292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515600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for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 err="1">
                <a:solidFill>
                  <a:srgbClr val="CE9178"/>
                </a:solidFill>
                <a:latin typeface="Consolas"/>
              </a:rPr>
              <a:t>mdp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&gt;Mot de passe :&lt;/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input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"password"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id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 err="1">
                <a:solidFill>
                  <a:srgbClr val="CE9178"/>
                </a:solidFill>
                <a:latin typeface="Consolas"/>
              </a:rPr>
              <a:t>mdp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name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 err="1">
                <a:solidFill>
                  <a:srgbClr val="CE9178"/>
                </a:solidFill>
                <a:latin typeface="Consolas"/>
              </a:rPr>
              <a:t>mdp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      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placeholder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"••••••••"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Module M104 · Chapitre 4 · Formulaires HTML5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E13D0EB-7698-1C85-1E59-93D19ABF1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925" y="3048000"/>
            <a:ext cx="450215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 nodeType="withEffect">
                            <p:stCondLst>
                              <p:cond delay="1500"/>
                            </p:stCondLst>
                            <p:childTnLst>
                              <p:animEffect transition="in" filter="fade">
                                <p:cBhvr>
                                  <p:cTn id="1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Champ nombre · type="number"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100" b="1" i="0">
                <a:solidFill>
                  <a:srgbClr val="D97706"/>
                </a:solidFill>
                <a:latin typeface="Calibri"/>
              </a:rPr>
              <a:t>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50292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515600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for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"age"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  <a:r>
              <a:rPr sz="2000" dirty="0" err="1">
                <a:solidFill>
                  <a:srgbClr val="D4D4D4"/>
                </a:solidFill>
                <a:latin typeface="Consolas"/>
              </a:rPr>
              <a:t>Âge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:&lt;/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input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"number"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id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"age"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name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"age"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      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min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"18"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max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"99"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step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"1"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Module M104 · Chapitre 4 · Formulaires HTML5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22C52A6-9F07-7216-EF64-E2FCC61EB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400" y="3009900"/>
            <a:ext cx="4521200" cy="83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 nodeType="withEffect">
                            <p:stCondLst>
                              <p:cond delay="1500"/>
                            </p:stCondLst>
                            <p:childTnLst>
                              <p:animEffect transition="in" filter="fade">
                                <p:cBhvr>
                                  <p:cTn id="1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Champ date · type="date"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100" b="1" i="0">
                <a:solidFill>
                  <a:srgbClr val="D97706"/>
                </a:solidFill>
                <a:latin typeface="Calibri"/>
              </a:rPr>
              <a:t>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50292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515600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for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"naissance"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&gt;Date de naissance :&lt;/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input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"date"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id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"naissance"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name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"naissance"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      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min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"1900-01-01"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max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"2025-12-31"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Module M104 · Chapitre 4 · Formulaires HTML5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1CA5899-E0A7-F464-AEFB-5D862C684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925" y="3038475"/>
            <a:ext cx="4502150" cy="781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 nodeType="withEffect">
                            <p:stCondLst>
                              <p:cond delay="1500"/>
                            </p:stCondLst>
                            <p:childTnLst>
                              <p:animEffect transition="in" filter="fade">
                                <p:cBhvr>
                                  <p:cTn id="1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Champ fichier · type="file"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100" b="1" i="0">
                <a:solidFill>
                  <a:srgbClr val="D97706"/>
                </a:solidFill>
                <a:latin typeface="Calibri"/>
              </a:rPr>
              <a:t>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50292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515600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for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"cv"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&gt;CV (PDF) :&lt;/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input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"file"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id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"cv"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name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"cv"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      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accept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".pdf,.doc,.docx"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Module M104 · Chapitre 4 · Formulaires HTML5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8154030-9BE4-B6AD-31C2-079C79748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575" y="3035300"/>
            <a:ext cx="4514850" cy="787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 nodeType="withEffect">
                            <p:stCondLst>
                              <p:cond delay="1500"/>
                            </p:stCondLst>
                            <p:childTnLst>
                              <p:animEffect transition="in" filter="fade">
                                <p:cBhvr>
                                  <p:cTn id="1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libri"/>
              </a:rPr>
              <a:t>Autres types HTML5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356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 err="1">
                <a:solidFill>
                  <a:srgbClr val="1E3A5F"/>
                </a:solidFill>
                <a:latin typeface="Calibri"/>
              </a:rPr>
              <a:t>tel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numéro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de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téléphone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 err="1">
                <a:solidFill>
                  <a:srgbClr val="1E3A5F"/>
                </a:solidFill>
                <a:latin typeface="Calibri"/>
              </a:rPr>
              <a:t>url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adresse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web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color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sélecteur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de couleur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range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curseur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de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valeur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search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champ de recherche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time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heure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datetime-local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date et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heure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week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semaine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de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l'année</a:t>
            </a:r>
            <a:endParaRPr sz="2000" dirty="0">
              <a:solidFill>
                <a:srgbClr val="1E3A5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6A737D"/>
                </a:solidFill>
                <a:latin typeface="Calibri"/>
              </a:rPr>
              <a:t>Module M104 · Chapitre 4 · Formulaires HTML5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libri"/>
              </a:rPr>
              <a:t>⚠️ Important : envoi de fichiers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16683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dirty="0">
                <a:solidFill>
                  <a:srgbClr val="24292E"/>
                </a:solidFill>
                <a:latin typeface="Calibri"/>
              </a:rPr>
              <a:t>Pour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envoyer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un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fichier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via un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formulaire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, deux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attributs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sont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obligatoires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method</a:t>
            </a:r>
            <a:r>
              <a:rPr sz="2000" dirty="0">
                <a:solidFill>
                  <a:srgbClr val="1E3A5F"/>
                </a:solidFill>
                <a:latin typeface="Calibri"/>
              </a:rPr>
              <a:t>="post"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 err="1">
                <a:solidFill>
                  <a:srgbClr val="1E3A5F"/>
                </a:solidFill>
                <a:latin typeface="Calibri"/>
              </a:rPr>
              <a:t>enctype</a:t>
            </a:r>
            <a:r>
              <a:rPr sz="2000" dirty="0">
                <a:solidFill>
                  <a:srgbClr val="1E3A5F"/>
                </a:solidFill>
                <a:latin typeface="Calibri"/>
              </a:rPr>
              <a:t>="multipart/form-data"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i="1" dirty="0">
                <a:solidFill>
                  <a:srgbClr val="16A34A"/>
                </a:solidFill>
                <a:latin typeface="Calibri"/>
              </a:rPr>
              <a:t>  ⚠️ Sans </a:t>
            </a:r>
            <a:r>
              <a:rPr sz="1600" i="1" dirty="0" err="1">
                <a:solidFill>
                  <a:srgbClr val="16A34A"/>
                </a:solidFill>
                <a:latin typeface="Calibri"/>
              </a:rPr>
              <a:t>enctype</a:t>
            </a:r>
            <a:r>
              <a:rPr sz="1600" i="1" dirty="0">
                <a:solidFill>
                  <a:srgbClr val="16A34A"/>
                </a:solidFill>
                <a:latin typeface="Calibri"/>
              </a:rPr>
              <a:t>, le </a:t>
            </a:r>
            <a:r>
              <a:rPr sz="1600" i="1" dirty="0" err="1">
                <a:solidFill>
                  <a:srgbClr val="16A34A"/>
                </a:solidFill>
                <a:latin typeface="Calibri"/>
              </a:rPr>
              <a:t>fichier</a:t>
            </a:r>
            <a:r>
              <a:rPr sz="1600" i="1" dirty="0">
                <a:solidFill>
                  <a:srgbClr val="16A34A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16A34A"/>
                </a:solidFill>
                <a:latin typeface="Calibri"/>
              </a:rPr>
              <a:t>n'est</a:t>
            </a:r>
            <a:r>
              <a:rPr sz="1600" i="1" dirty="0">
                <a:solidFill>
                  <a:srgbClr val="16A34A"/>
                </a:solidFill>
                <a:latin typeface="Calibri"/>
              </a:rPr>
              <a:t> pas </a:t>
            </a:r>
            <a:r>
              <a:rPr sz="1600" i="1" dirty="0" err="1">
                <a:solidFill>
                  <a:srgbClr val="16A34A"/>
                </a:solidFill>
                <a:latin typeface="Calibri"/>
              </a:rPr>
              <a:t>transmis</a:t>
            </a:r>
            <a:r>
              <a:rPr sz="1600" i="1" dirty="0">
                <a:solidFill>
                  <a:srgbClr val="16A34A"/>
                </a:solidFill>
                <a:latin typeface="Calibri"/>
              </a:rPr>
              <a:t> au </a:t>
            </a:r>
            <a:r>
              <a:rPr sz="1600" i="1" dirty="0" err="1">
                <a:solidFill>
                  <a:srgbClr val="16A34A"/>
                </a:solidFill>
                <a:latin typeface="Calibri"/>
              </a:rPr>
              <a:t>serveur</a:t>
            </a:r>
            <a:r>
              <a:rPr sz="1600" i="1" dirty="0">
                <a:solidFill>
                  <a:srgbClr val="16A34A"/>
                </a:solidFill>
                <a:latin typeface="Calibri"/>
              </a:rPr>
              <a:t>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6A737D"/>
                </a:solidFill>
                <a:latin typeface="Calibri"/>
              </a:rPr>
              <a:t>Module M104 · Chapitre 4 · Formulaires HTML5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E33"/>
            </a:gs>
            <a:gs pos="100000">
              <a:srgbClr val="1E3A5F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2743200" cy="2743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0" b="1" i="0">
                <a:solidFill>
                  <a:srgbClr val="2A4A6E"/>
                </a:solidFill>
                <a:latin typeface="Calibri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926080"/>
            <a:ext cx="13716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0" y="3200400"/>
            <a:ext cx="685800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Listes, boutons et zones de 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937760"/>
            <a:ext cx="68580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0" i="1">
                <a:solidFill>
                  <a:srgbClr val="B8C8D8"/>
                </a:solidFill>
                <a:latin typeface="Calibri"/>
              </a:rPr>
              <a:t>Select, radio, checkbox, textarea et boutons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Liste déroulante · &lt;select&gt;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100" b="1" i="0">
                <a:solidFill>
                  <a:srgbClr val="D97706"/>
                </a:solidFill>
                <a:latin typeface="Calibri"/>
              </a:rPr>
              <a:t>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50292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515600" cy="23083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for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"pays"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&gt;Pays :&lt;/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select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id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"pays"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name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"pays"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  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option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value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&gt;-- </a:t>
            </a:r>
            <a:r>
              <a:rPr sz="2000" dirty="0" err="1">
                <a:solidFill>
                  <a:srgbClr val="D4D4D4"/>
                </a:solidFill>
                <a:latin typeface="Consolas"/>
              </a:rPr>
              <a:t>Choisir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--&lt;/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option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  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option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value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"ma"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&gt;Maroc&lt;/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option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  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option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value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 err="1">
                <a:solidFill>
                  <a:srgbClr val="CE9178"/>
                </a:solidFill>
                <a:latin typeface="Consolas"/>
              </a:rPr>
              <a:t>fr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&gt;France&lt;/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option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  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option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value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"es"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  <a:r>
              <a:rPr sz="2000" dirty="0" err="1">
                <a:solidFill>
                  <a:srgbClr val="D4D4D4"/>
                </a:solidFill>
                <a:latin typeface="Consolas"/>
              </a:rPr>
              <a:t>Espagne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option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select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/&gt;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Module M104 · Chapitre 4 · Formulaires HTML5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97EA420-CAE4-3722-1808-748F3EC96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780" y="3886200"/>
            <a:ext cx="4597400" cy="1797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 nodeType="withEffect">
                            <p:stCondLst>
                              <p:cond delay="1500"/>
                            </p:stCondLst>
                            <p:childTnLst>
                              <p:animEffect transition="in" filter="fade">
                                <p:cBhvr>
                                  <p:cTn id="1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Boutons radio · un seul choix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100" b="1" i="0">
                <a:solidFill>
                  <a:srgbClr val="D97706"/>
                </a:solidFill>
                <a:latin typeface="Calibri"/>
              </a:rPr>
              <a:t>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50292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515600" cy="1308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p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&gt;Genre :&lt;/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p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input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"radio"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name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"genre"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value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"f"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 Femme&lt;/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input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"radio"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name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"genre"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value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"h"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 Homme&lt;/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input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"radio"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name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"genre"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value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"a"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 </a:t>
            </a:r>
            <a:r>
              <a:rPr sz="2000" dirty="0" err="1">
                <a:solidFill>
                  <a:srgbClr val="D4D4D4"/>
                </a:solidFill>
                <a:latin typeface="Consolas"/>
              </a:rPr>
              <a:t>Autre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Module M104 · Chapitre 4 · Formulaires HTML5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D44C55C-D9DE-D2A1-8623-DE88A0B03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930" y="3282950"/>
            <a:ext cx="4483100" cy="1206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 nodeType="withEffect">
                            <p:stCondLst>
                              <p:cond delay="1500"/>
                            </p:stCondLst>
                            <p:childTnLst>
                              <p:animEffect transition="in" filter="fade">
                                <p:cBhvr>
                                  <p:cTn id="1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Cases à cocher · plusieurs choix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100" b="1" i="0">
                <a:solidFill>
                  <a:srgbClr val="D97706"/>
                </a:solidFill>
                <a:latin typeface="Calibri"/>
              </a:rPr>
              <a:t>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50292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515600" cy="1308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p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  <a:r>
              <a:rPr sz="2000" dirty="0" err="1">
                <a:solidFill>
                  <a:srgbClr val="D4D4D4"/>
                </a:solidFill>
                <a:latin typeface="Consolas"/>
              </a:rPr>
              <a:t>Compétences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:&lt;/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p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input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"checkbox"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name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"html"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value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"html"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 HTML5&lt;/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input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"checkbox"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name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 err="1">
                <a:solidFill>
                  <a:srgbClr val="CE9178"/>
                </a:solidFill>
                <a:latin typeface="Consolas"/>
              </a:rPr>
              <a:t>css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value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 err="1">
                <a:solidFill>
                  <a:srgbClr val="CE9178"/>
                </a:solidFill>
                <a:latin typeface="Consolas"/>
              </a:rPr>
              <a:t>css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 CSS3&lt;/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input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"checkbox"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name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 err="1">
                <a:solidFill>
                  <a:srgbClr val="CE9178"/>
                </a:solidFill>
                <a:latin typeface="Consolas"/>
              </a:rPr>
              <a:t>js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value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 err="1">
                <a:solidFill>
                  <a:srgbClr val="CE9178"/>
                </a:solidFill>
                <a:latin typeface="Consolas"/>
              </a:rPr>
              <a:t>js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 JavaScript&lt;/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Module M104 · Chapitre 4 · Formulaires HTML5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ABB5321-1FD4-2B40-84A8-FEB9B7390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555" y="3317926"/>
            <a:ext cx="4387850" cy="1263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 nodeType="withEffect">
                            <p:stCondLst>
                              <p:cond delay="1500"/>
                            </p:stCondLst>
                            <p:childTnLst>
                              <p:animEffect transition="in" filter="fade">
                                <p:cBhvr>
                                  <p:cTn id="1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Zone de texte · &lt;textarea&gt;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100" b="1" i="0">
                <a:solidFill>
                  <a:srgbClr val="D97706"/>
                </a:solidFill>
                <a:latin typeface="Calibri"/>
              </a:rPr>
              <a:t>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50292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515600" cy="1308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for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"message"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&gt;Message :&lt;/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 err="1">
                <a:solidFill>
                  <a:srgbClr val="569CD6"/>
                </a:solidFill>
                <a:latin typeface="Consolas"/>
              </a:rPr>
              <a:t>textarea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id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"message"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name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"message"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         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rows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"4"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cols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"30"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         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placeholder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 err="1">
                <a:solidFill>
                  <a:srgbClr val="CE9178"/>
                </a:solidFill>
                <a:latin typeface="Consolas"/>
              </a:rPr>
              <a:t>Votre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 message..."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&gt;&lt;/</a:t>
            </a:r>
            <a:r>
              <a:rPr sz="2000" dirty="0" err="1">
                <a:solidFill>
                  <a:srgbClr val="569CD6"/>
                </a:solidFill>
                <a:latin typeface="Consolas"/>
              </a:rPr>
              <a:t>textarea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Module M104 · Chapitre 4 · Formulaires HTML5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BA15985-860C-940B-617F-D9EE4A7E0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355" y="3429000"/>
            <a:ext cx="4540250" cy="1282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 nodeType="withEffect">
                            <p:stCondLst>
                              <p:cond delay="1500"/>
                            </p:stCondLst>
                            <p:childTnLst>
                              <p:animEffect transition="in" filter="fade">
                                <p:cBhvr>
                                  <p:cTn id="1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Boutons · submit, reset, button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100" b="1" i="0">
                <a:solidFill>
                  <a:srgbClr val="D97706"/>
                </a:solidFill>
                <a:latin typeface="Calibri"/>
              </a:rPr>
              <a:t>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50292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515600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input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"submit"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value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 err="1">
                <a:solidFill>
                  <a:srgbClr val="CE9178"/>
                </a:solidFill>
                <a:latin typeface="Consolas"/>
              </a:rPr>
              <a:t>Envoyer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input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"reset"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value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 err="1">
                <a:solidFill>
                  <a:srgbClr val="CE9178"/>
                </a:solidFill>
                <a:latin typeface="Consolas"/>
              </a:rPr>
              <a:t>Réinitialiser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button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"button"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  <a:r>
              <a:rPr sz="2000" dirty="0" err="1">
                <a:solidFill>
                  <a:srgbClr val="D4D4D4"/>
                </a:solidFill>
                <a:latin typeface="Consolas"/>
              </a:rPr>
              <a:t>Annuler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button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Module M104 · Chapitre 4 · Formulaires HTML5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86D0EB7-523A-F9D6-14AF-AF76E5147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275" y="3067050"/>
            <a:ext cx="4235450" cy="723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 nodeType="withEffect">
                            <p:stCondLst>
                              <p:cond delay="1500"/>
                            </p:stCondLst>
                            <p:childTnLst>
                              <p:animEffect transition="in" filter="fade">
                                <p:cBhvr>
                                  <p:cTn id="1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libri"/>
              </a:rPr>
              <a:t>Radio ou checkbox 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2787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Radio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UN SEUL choix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parmi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plusieurs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Checkbox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PLUSIEURS choix possibles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dirty="0" err="1">
                <a:solidFill>
                  <a:srgbClr val="24292E"/>
                </a:solidFill>
                <a:latin typeface="Calibri"/>
              </a:rPr>
              <a:t>Exemples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: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6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1600" dirty="0" err="1">
                <a:solidFill>
                  <a:srgbClr val="1E3A5F"/>
                </a:solidFill>
                <a:latin typeface="Calibri"/>
              </a:rPr>
              <a:t>Civilité</a:t>
            </a:r>
            <a:r>
              <a:rPr sz="1600" dirty="0">
                <a:solidFill>
                  <a:srgbClr val="1E3A5F"/>
                </a:solidFill>
                <a:latin typeface="Calibri"/>
              </a:rPr>
              <a:t> (M./</a:t>
            </a:r>
            <a:r>
              <a:rPr sz="1600" dirty="0" err="1">
                <a:solidFill>
                  <a:srgbClr val="1E3A5F"/>
                </a:solidFill>
                <a:latin typeface="Calibri"/>
              </a:rPr>
              <a:t>Mme</a:t>
            </a:r>
            <a:r>
              <a:rPr sz="1600" dirty="0">
                <a:solidFill>
                  <a:srgbClr val="1E3A5F"/>
                </a:solidFill>
                <a:latin typeface="Calibri"/>
              </a:rPr>
              <a:t>) → radio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6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1600" dirty="0" err="1">
                <a:solidFill>
                  <a:srgbClr val="1E3A5F"/>
                </a:solidFill>
                <a:latin typeface="Calibri"/>
              </a:rPr>
              <a:t>Langues</a:t>
            </a:r>
            <a:r>
              <a:rPr sz="1600" dirty="0">
                <a:solidFill>
                  <a:srgbClr val="1E3A5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E3A5F"/>
                </a:solidFill>
                <a:latin typeface="Calibri"/>
              </a:rPr>
              <a:t>parlées</a:t>
            </a:r>
            <a:r>
              <a:rPr sz="1600" dirty="0">
                <a:solidFill>
                  <a:srgbClr val="1E3A5F"/>
                </a:solidFill>
                <a:latin typeface="Calibri"/>
              </a:rPr>
              <a:t> → checkbox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6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1600" dirty="0" err="1">
                <a:solidFill>
                  <a:srgbClr val="1E3A5F"/>
                </a:solidFill>
                <a:latin typeface="Calibri"/>
              </a:rPr>
              <a:t>Niveau</a:t>
            </a:r>
            <a:r>
              <a:rPr sz="1600" dirty="0">
                <a:solidFill>
                  <a:srgbClr val="1E3A5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E3A5F"/>
                </a:solidFill>
                <a:latin typeface="Calibri"/>
              </a:rPr>
              <a:t>d'études</a:t>
            </a:r>
            <a:r>
              <a:rPr sz="1600" dirty="0">
                <a:solidFill>
                  <a:srgbClr val="1E3A5F"/>
                </a:solidFill>
                <a:latin typeface="Calibri"/>
              </a:rPr>
              <a:t> → radio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6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1600" dirty="0" err="1">
                <a:solidFill>
                  <a:srgbClr val="1E3A5F"/>
                </a:solidFill>
                <a:latin typeface="Calibri"/>
              </a:rPr>
              <a:t>Centres</a:t>
            </a:r>
            <a:r>
              <a:rPr sz="1600" dirty="0">
                <a:solidFill>
                  <a:srgbClr val="1E3A5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E3A5F"/>
                </a:solidFill>
                <a:latin typeface="Calibri"/>
              </a:rPr>
              <a:t>d'intérêt</a:t>
            </a:r>
            <a:r>
              <a:rPr sz="1600" dirty="0">
                <a:solidFill>
                  <a:srgbClr val="1E3A5F"/>
                </a:solidFill>
                <a:latin typeface="Calibri"/>
              </a:rPr>
              <a:t> → checkbox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6A737D"/>
                </a:solidFill>
                <a:latin typeface="Calibri"/>
              </a:rPr>
              <a:t>Module M104 · Chapitre 4 · Formulaires HTML5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E33"/>
            </a:gs>
            <a:gs pos="100000">
              <a:srgbClr val="1E3A5F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2743200" cy="2743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0" b="1" i="0">
                <a:solidFill>
                  <a:srgbClr val="2A4A6E"/>
                </a:solidFill>
                <a:latin typeface="Calibri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926080"/>
            <a:ext cx="13716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0" y="3200400"/>
            <a:ext cx="685800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Validation HTML5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937760"/>
            <a:ext cx="68580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0" i="1">
                <a:solidFill>
                  <a:srgbClr val="B8C8D8"/>
                </a:solidFill>
                <a:latin typeface="Calibri"/>
              </a:rPr>
              <a:t>Contrôler les données sans JavaScript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libri"/>
              </a:rPr>
              <a:t>Pourquoi valider un formulaire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24292E"/>
                </a:solidFill>
                <a:latin typeface="Calibri"/>
              </a:rPr>
              <a:t>HTML5 intègre une validation native côté client. Le navigateur vérifie automatiquement certaines contraintes avant l'envoi.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Éviter les erreurs de saisie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Améliorer l'expérience utilisateur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Réduire les données invalides côté serveur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i="1">
                <a:solidFill>
                  <a:srgbClr val="16A34A"/>
                </a:solidFill>
                <a:latin typeface="Calibri"/>
              </a:rPr>
              <a:t>  💡 La validation HTML5 ne remplace PAS la validation serveur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6A737D"/>
                </a:solidFill>
                <a:latin typeface="Calibri"/>
              </a:rPr>
              <a:t>Module M104 · Chapitre 4 · Formulaires HTML5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libri"/>
              </a:rPr>
              <a:t>Les attributs de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45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required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champ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obligatoire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pattern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expression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régulière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min / max </a:t>
            </a:r>
            <a:r>
              <a:rPr sz="2000" dirty="0">
                <a:solidFill>
                  <a:srgbClr val="1E3A5F"/>
                </a:solidFill>
                <a:latin typeface="Calibri"/>
              </a:rPr>
              <a:t>·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valeurs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minimales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et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maximales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 err="1">
                <a:solidFill>
                  <a:srgbClr val="1E3A5F"/>
                </a:solidFill>
                <a:latin typeface="Calibri"/>
              </a:rPr>
              <a:t>minlength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 / </a:t>
            </a:r>
            <a:r>
              <a:rPr sz="2000" b="1" dirty="0" err="1">
                <a:solidFill>
                  <a:srgbClr val="1E3A5F"/>
                </a:solidFill>
                <a:latin typeface="Calibri"/>
              </a:rPr>
              <a:t>maxlength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 </a:t>
            </a:r>
            <a:r>
              <a:rPr sz="2000" dirty="0">
                <a:solidFill>
                  <a:srgbClr val="1E3A5F"/>
                </a:solidFill>
                <a:latin typeface="Calibri"/>
              </a:rPr>
              <a:t>· longueur du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texte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step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pas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d'incrémentation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placeholder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texte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indicatif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autocomplete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suggestions de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saisie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autofocus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focus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automatique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disabled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champ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désactivé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 err="1">
                <a:solidFill>
                  <a:srgbClr val="1E3A5F"/>
                </a:solidFill>
                <a:latin typeface="Calibri"/>
              </a:rPr>
              <a:t>readonly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champ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en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lecture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seule</a:t>
            </a:r>
            <a:endParaRPr sz="2000" dirty="0">
              <a:solidFill>
                <a:srgbClr val="1E3A5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6A737D"/>
                </a:solidFill>
                <a:latin typeface="Calibri"/>
              </a:rPr>
              <a:t>Module M104 · Chapitre 4 · Formulaires HTML5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Exemple de validation complète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100" b="1" i="0">
                <a:solidFill>
                  <a:srgbClr val="D97706"/>
                </a:solidFill>
                <a:latin typeface="Calibri"/>
              </a:rPr>
              <a:t>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50292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515600" cy="5119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dirty="0">
                <a:solidFill>
                  <a:srgbClr val="D4D4D4"/>
                </a:solidFill>
                <a:latin typeface="Consolas"/>
              </a:rPr>
              <a:t>&lt;</a:t>
            </a:r>
            <a:r>
              <a:rPr dirty="0">
                <a:solidFill>
                  <a:srgbClr val="569CD6"/>
                </a:solidFill>
                <a:latin typeface="Consolas"/>
              </a:rPr>
              <a:t>form</a:t>
            </a:r>
            <a:r>
              <a:rPr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dirty="0">
                <a:solidFill>
                  <a:srgbClr val="D4D4D4"/>
                </a:solidFill>
                <a:latin typeface="Consolas"/>
              </a:rPr>
              <a:t>  &lt;</a:t>
            </a:r>
            <a:r>
              <a:rPr dirty="0">
                <a:solidFill>
                  <a:srgbClr val="569CD6"/>
                </a:solidFill>
                <a:latin typeface="Consolas"/>
              </a:rPr>
              <a:t>label</a:t>
            </a:r>
            <a:r>
              <a:rPr dirty="0">
                <a:solidFill>
                  <a:srgbClr val="D4D4D4"/>
                </a:solidFill>
                <a:latin typeface="Consolas"/>
              </a:rPr>
              <a:t> </a:t>
            </a:r>
            <a:r>
              <a:rPr dirty="0">
                <a:solidFill>
                  <a:srgbClr val="DCDCAA"/>
                </a:solidFill>
                <a:latin typeface="Consolas"/>
              </a:rPr>
              <a:t>for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"cp"</a:t>
            </a:r>
            <a:r>
              <a:rPr dirty="0">
                <a:solidFill>
                  <a:srgbClr val="D4D4D4"/>
                </a:solidFill>
                <a:latin typeface="Consolas"/>
              </a:rPr>
              <a:t>&gt;Code postal (5 chiffres) :&lt;/</a:t>
            </a:r>
            <a:r>
              <a:rPr dirty="0">
                <a:solidFill>
                  <a:srgbClr val="569CD6"/>
                </a:solidFill>
                <a:latin typeface="Consolas"/>
              </a:rPr>
              <a:t>label</a:t>
            </a:r>
            <a:r>
              <a:rPr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dirty="0">
                <a:solidFill>
                  <a:srgbClr val="D4D4D4"/>
                </a:solidFill>
                <a:latin typeface="Consolas"/>
              </a:rPr>
              <a:t>  &lt;</a:t>
            </a:r>
            <a:r>
              <a:rPr dirty="0">
                <a:solidFill>
                  <a:srgbClr val="569CD6"/>
                </a:solidFill>
                <a:latin typeface="Consolas"/>
              </a:rPr>
              <a:t>input</a:t>
            </a:r>
            <a:r>
              <a:rPr dirty="0">
                <a:solidFill>
                  <a:srgbClr val="D4D4D4"/>
                </a:solidFill>
                <a:latin typeface="Consolas"/>
              </a:rPr>
              <a:t> </a:t>
            </a:r>
            <a:r>
              <a:rPr dirty="0">
                <a:solidFill>
                  <a:srgbClr val="DCDCAA"/>
                </a:solidFill>
                <a:latin typeface="Consolas"/>
              </a:rPr>
              <a:t>type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"text"</a:t>
            </a:r>
            <a:r>
              <a:rPr dirty="0">
                <a:solidFill>
                  <a:srgbClr val="D4D4D4"/>
                </a:solidFill>
                <a:latin typeface="Consolas"/>
              </a:rPr>
              <a:t> </a:t>
            </a:r>
            <a:r>
              <a:rPr dirty="0">
                <a:solidFill>
                  <a:srgbClr val="DCDCAA"/>
                </a:solidFill>
                <a:latin typeface="Consolas"/>
              </a:rPr>
              <a:t>id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"cp"</a:t>
            </a:r>
            <a:r>
              <a:rPr dirty="0">
                <a:solidFill>
                  <a:srgbClr val="D4D4D4"/>
                </a:solidFill>
                <a:latin typeface="Consolas"/>
              </a:rPr>
              <a:t> </a:t>
            </a:r>
            <a:r>
              <a:rPr dirty="0">
                <a:solidFill>
                  <a:srgbClr val="DCDCAA"/>
                </a:solidFill>
                <a:latin typeface="Consolas"/>
              </a:rPr>
              <a:t>name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"cp"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dirty="0">
                <a:solidFill>
                  <a:srgbClr val="D4D4D4"/>
                </a:solidFill>
                <a:latin typeface="Consolas"/>
              </a:rPr>
              <a:t>         </a:t>
            </a:r>
            <a:r>
              <a:rPr dirty="0">
                <a:solidFill>
                  <a:srgbClr val="DCDCAA"/>
                </a:solidFill>
                <a:latin typeface="Consolas"/>
              </a:rPr>
              <a:t>required</a:t>
            </a:r>
            <a:r>
              <a:rPr dirty="0">
                <a:solidFill>
                  <a:srgbClr val="D4D4D4"/>
                </a:solidFill>
                <a:latin typeface="Consolas"/>
              </a:rPr>
              <a:t> </a:t>
            </a:r>
            <a:r>
              <a:rPr dirty="0">
                <a:solidFill>
                  <a:srgbClr val="DCDCAA"/>
                </a:solidFill>
                <a:latin typeface="Consolas"/>
              </a:rPr>
              <a:t>pattern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"[0-9]{5}"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dirty="0">
                <a:solidFill>
                  <a:srgbClr val="D4D4D4"/>
                </a:solidFill>
                <a:latin typeface="Consolas"/>
              </a:rPr>
              <a:t>         </a:t>
            </a:r>
            <a:r>
              <a:rPr dirty="0">
                <a:solidFill>
                  <a:srgbClr val="DCDCAA"/>
                </a:solidFill>
                <a:latin typeface="Consolas"/>
              </a:rPr>
              <a:t>title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"5 chiffres </a:t>
            </a:r>
            <a:r>
              <a:rPr dirty="0" err="1">
                <a:solidFill>
                  <a:srgbClr val="CE9178"/>
                </a:solidFill>
                <a:latin typeface="Consolas"/>
              </a:rPr>
              <a:t>exactement</a:t>
            </a:r>
            <a:r>
              <a:rPr dirty="0">
                <a:solidFill>
                  <a:srgbClr val="CE9178"/>
                </a:solidFill>
                <a:latin typeface="Consolas"/>
              </a:rPr>
              <a:t>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dirty="0">
                <a:solidFill>
                  <a:srgbClr val="D4D4D4"/>
                </a:solidFill>
                <a:latin typeface="Consolas"/>
              </a:rPr>
              <a:t>         </a:t>
            </a:r>
            <a:r>
              <a:rPr dirty="0">
                <a:solidFill>
                  <a:srgbClr val="DCDCAA"/>
                </a:solidFill>
                <a:latin typeface="Consolas"/>
              </a:rPr>
              <a:t>placeholder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"75001"</a:t>
            </a:r>
            <a:r>
              <a:rPr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endParaRPr dirty="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dirty="0">
                <a:solidFill>
                  <a:srgbClr val="D4D4D4"/>
                </a:solidFill>
                <a:latin typeface="Consolas"/>
              </a:rPr>
              <a:t>  &lt;</a:t>
            </a:r>
            <a:r>
              <a:rPr dirty="0">
                <a:solidFill>
                  <a:srgbClr val="569CD6"/>
                </a:solidFill>
                <a:latin typeface="Consolas"/>
              </a:rPr>
              <a:t>label</a:t>
            </a:r>
            <a:r>
              <a:rPr dirty="0">
                <a:solidFill>
                  <a:srgbClr val="D4D4D4"/>
                </a:solidFill>
                <a:latin typeface="Consolas"/>
              </a:rPr>
              <a:t> </a:t>
            </a:r>
            <a:r>
              <a:rPr dirty="0">
                <a:solidFill>
                  <a:srgbClr val="DCDCAA"/>
                </a:solidFill>
                <a:latin typeface="Consolas"/>
              </a:rPr>
              <a:t>for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"satisfaction"</a:t>
            </a:r>
            <a:r>
              <a:rPr dirty="0">
                <a:solidFill>
                  <a:srgbClr val="D4D4D4"/>
                </a:solidFill>
                <a:latin typeface="Consolas"/>
              </a:rPr>
              <a:t>&gt;Satisfaction (0 à 10) :&lt;/</a:t>
            </a:r>
            <a:r>
              <a:rPr dirty="0">
                <a:solidFill>
                  <a:srgbClr val="569CD6"/>
                </a:solidFill>
                <a:latin typeface="Consolas"/>
              </a:rPr>
              <a:t>label</a:t>
            </a:r>
            <a:r>
              <a:rPr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dirty="0">
                <a:solidFill>
                  <a:srgbClr val="D4D4D4"/>
                </a:solidFill>
                <a:latin typeface="Consolas"/>
              </a:rPr>
              <a:t>  &lt;</a:t>
            </a:r>
            <a:r>
              <a:rPr dirty="0">
                <a:solidFill>
                  <a:srgbClr val="569CD6"/>
                </a:solidFill>
                <a:latin typeface="Consolas"/>
              </a:rPr>
              <a:t>input</a:t>
            </a:r>
            <a:r>
              <a:rPr dirty="0">
                <a:solidFill>
                  <a:srgbClr val="D4D4D4"/>
                </a:solidFill>
                <a:latin typeface="Consolas"/>
              </a:rPr>
              <a:t> </a:t>
            </a:r>
            <a:r>
              <a:rPr dirty="0">
                <a:solidFill>
                  <a:srgbClr val="DCDCAA"/>
                </a:solidFill>
                <a:latin typeface="Consolas"/>
              </a:rPr>
              <a:t>type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"number"</a:t>
            </a:r>
            <a:r>
              <a:rPr dirty="0">
                <a:solidFill>
                  <a:srgbClr val="D4D4D4"/>
                </a:solidFill>
                <a:latin typeface="Consolas"/>
              </a:rPr>
              <a:t> </a:t>
            </a:r>
            <a:r>
              <a:rPr dirty="0">
                <a:solidFill>
                  <a:srgbClr val="DCDCAA"/>
                </a:solidFill>
                <a:latin typeface="Consolas"/>
              </a:rPr>
              <a:t>id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"satisfaction"</a:t>
            </a:r>
            <a:r>
              <a:rPr dirty="0">
                <a:solidFill>
                  <a:srgbClr val="D4D4D4"/>
                </a:solidFill>
                <a:latin typeface="Consolas"/>
              </a:rPr>
              <a:t> </a:t>
            </a:r>
            <a:r>
              <a:rPr dirty="0">
                <a:solidFill>
                  <a:srgbClr val="DCDCAA"/>
                </a:solidFill>
                <a:latin typeface="Consolas"/>
              </a:rPr>
              <a:t>name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"satisfaction"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dirty="0">
                <a:solidFill>
                  <a:srgbClr val="D4D4D4"/>
                </a:solidFill>
                <a:latin typeface="Consolas"/>
              </a:rPr>
              <a:t>         </a:t>
            </a:r>
            <a:r>
              <a:rPr dirty="0">
                <a:solidFill>
                  <a:srgbClr val="DCDCAA"/>
                </a:solidFill>
                <a:latin typeface="Consolas"/>
              </a:rPr>
              <a:t>min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"0"</a:t>
            </a:r>
            <a:r>
              <a:rPr dirty="0">
                <a:solidFill>
                  <a:srgbClr val="D4D4D4"/>
                </a:solidFill>
                <a:latin typeface="Consolas"/>
              </a:rPr>
              <a:t> </a:t>
            </a:r>
            <a:r>
              <a:rPr dirty="0">
                <a:solidFill>
                  <a:srgbClr val="DCDCAA"/>
                </a:solidFill>
                <a:latin typeface="Consolas"/>
              </a:rPr>
              <a:t>max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"10"</a:t>
            </a:r>
            <a:r>
              <a:rPr dirty="0">
                <a:solidFill>
                  <a:srgbClr val="D4D4D4"/>
                </a:solidFill>
                <a:latin typeface="Consolas"/>
              </a:rPr>
              <a:t> </a:t>
            </a:r>
            <a:r>
              <a:rPr dirty="0">
                <a:solidFill>
                  <a:srgbClr val="DCDCAA"/>
                </a:solidFill>
                <a:latin typeface="Consolas"/>
              </a:rPr>
              <a:t>step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"1"</a:t>
            </a:r>
            <a:r>
              <a:rPr dirty="0">
                <a:solidFill>
                  <a:srgbClr val="D4D4D4"/>
                </a:solidFill>
                <a:latin typeface="Consolas"/>
              </a:rPr>
              <a:t> </a:t>
            </a:r>
            <a:r>
              <a:rPr dirty="0">
                <a:solidFill>
                  <a:srgbClr val="DCDCAA"/>
                </a:solidFill>
                <a:latin typeface="Consolas"/>
              </a:rPr>
              <a:t>value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"5"</a:t>
            </a:r>
            <a:r>
              <a:rPr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endParaRPr dirty="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dirty="0">
                <a:solidFill>
                  <a:srgbClr val="D4D4D4"/>
                </a:solidFill>
                <a:latin typeface="Consolas"/>
              </a:rPr>
              <a:t>  &lt;</a:t>
            </a:r>
            <a:r>
              <a:rPr dirty="0">
                <a:solidFill>
                  <a:srgbClr val="569CD6"/>
                </a:solidFill>
                <a:latin typeface="Consolas"/>
              </a:rPr>
              <a:t>label</a:t>
            </a:r>
            <a:r>
              <a:rPr dirty="0">
                <a:solidFill>
                  <a:srgbClr val="D4D4D4"/>
                </a:solidFill>
                <a:latin typeface="Consolas"/>
              </a:rPr>
              <a:t> </a:t>
            </a:r>
            <a:r>
              <a:rPr dirty="0">
                <a:solidFill>
                  <a:srgbClr val="DCDCAA"/>
                </a:solidFill>
                <a:latin typeface="Consolas"/>
              </a:rPr>
              <a:t>for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"pseudo"</a:t>
            </a:r>
            <a:r>
              <a:rPr dirty="0">
                <a:solidFill>
                  <a:srgbClr val="D4D4D4"/>
                </a:solidFill>
                <a:latin typeface="Consolas"/>
              </a:rPr>
              <a:t>&gt;Pseudo (3 à 15 </a:t>
            </a:r>
            <a:r>
              <a:rPr dirty="0" err="1">
                <a:solidFill>
                  <a:srgbClr val="D4D4D4"/>
                </a:solidFill>
                <a:latin typeface="Consolas"/>
              </a:rPr>
              <a:t>caractères</a:t>
            </a:r>
            <a:r>
              <a:rPr dirty="0">
                <a:solidFill>
                  <a:srgbClr val="D4D4D4"/>
                </a:solidFill>
                <a:latin typeface="Consolas"/>
              </a:rPr>
              <a:t>) :&lt;/</a:t>
            </a:r>
            <a:r>
              <a:rPr dirty="0">
                <a:solidFill>
                  <a:srgbClr val="569CD6"/>
                </a:solidFill>
                <a:latin typeface="Consolas"/>
              </a:rPr>
              <a:t>label</a:t>
            </a:r>
            <a:r>
              <a:rPr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dirty="0">
                <a:solidFill>
                  <a:srgbClr val="D4D4D4"/>
                </a:solidFill>
                <a:latin typeface="Consolas"/>
              </a:rPr>
              <a:t>  &lt;</a:t>
            </a:r>
            <a:r>
              <a:rPr dirty="0">
                <a:solidFill>
                  <a:srgbClr val="569CD6"/>
                </a:solidFill>
                <a:latin typeface="Consolas"/>
              </a:rPr>
              <a:t>input</a:t>
            </a:r>
            <a:r>
              <a:rPr dirty="0">
                <a:solidFill>
                  <a:srgbClr val="D4D4D4"/>
                </a:solidFill>
                <a:latin typeface="Consolas"/>
              </a:rPr>
              <a:t> </a:t>
            </a:r>
            <a:r>
              <a:rPr dirty="0">
                <a:solidFill>
                  <a:srgbClr val="DCDCAA"/>
                </a:solidFill>
                <a:latin typeface="Consolas"/>
              </a:rPr>
              <a:t>type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"text"</a:t>
            </a:r>
            <a:r>
              <a:rPr dirty="0">
                <a:solidFill>
                  <a:srgbClr val="D4D4D4"/>
                </a:solidFill>
                <a:latin typeface="Consolas"/>
              </a:rPr>
              <a:t> </a:t>
            </a:r>
            <a:r>
              <a:rPr dirty="0">
                <a:solidFill>
                  <a:srgbClr val="DCDCAA"/>
                </a:solidFill>
                <a:latin typeface="Consolas"/>
              </a:rPr>
              <a:t>id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"pseudo"</a:t>
            </a:r>
            <a:r>
              <a:rPr dirty="0">
                <a:solidFill>
                  <a:srgbClr val="D4D4D4"/>
                </a:solidFill>
                <a:latin typeface="Consolas"/>
              </a:rPr>
              <a:t> </a:t>
            </a:r>
            <a:r>
              <a:rPr dirty="0">
                <a:solidFill>
                  <a:srgbClr val="DCDCAA"/>
                </a:solidFill>
                <a:latin typeface="Consolas"/>
              </a:rPr>
              <a:t>name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"pseudo"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dirty="0">
                <a:solidFill>
                  <a:srgbClr val="D4D4D4"/>
                </a:solidFill>
                <a:latin typeface="Consolas"/>
              </a:rPr>
              <a:t>         </a:t>
            </a:r>
            <a:r>
              <a:rPr dirty="0" err="1">
                <a:solidFill>
                  <a:srgbClr val="DCDCAA"/>
                </a:solidFill>
                <a:latin typeface="Consolas"/>
              </a:rPr>
              <a:t>minlength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"3"</a:t>
            </a:r>
            <a:r>
              <a:rPr dirty="0">
                <a:solidFill>
                  <a:srgbClr val="D4D4D4"/>
                </a:solidFill>
                <a:latin typeface="Consolas"/>
              </a:rPr>
              <a:t> </a:t>
            </a:r>
            <a:r>
              <a:rPr dirty="0" err="1">
                <a:solidFill>
                  <a:srgbClr val="DCDCAA"/>
                </a:solidFill>
                <a:latin typeface="Consolas"/>
              </a:rPr>
              <a:t>maxlength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"15"</a:t>
            </a:r>
            <a:r>
              <a:rPr dirty="0">
                <a:solidFill>
                  <a:srgbClr val="D4D4D4"/>
                </a:solidFill>
                <a:latin typeface="Consolas"/>
              </a:rPr>
              <a:t> </a:t>
            </a:r>
            <a:r>
              <a:rPr dirty="0">
                <a:solidFill>
                  <a:srgbClr val="DCDCAA"/>
                </a:solidFill>
                <a:latin typeface="Consolas"/>
              </a:rPr>
              <a:t>required</a:t>
            </a:r>
            <a:r>
              <a:rPr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endParaRPr dirty="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dirty="0">
                <a:solidFill>
                  <a:srgbClr val="D4D4D4"/>
                </a:solidFill>
                <a:latin typeface="Consolas"/>
              </a:rPr>
              <a:t>  &lt;</a:t>
            </a:r>
            <a:r>
              <a:rPr dirty="0">
                <a:solidFill>
                  <a:srgbClr val="569CD6"/>
                </a:solidFill>
                <a:latin typeface="Consolas"/>
              </a:rPr>
              <a:t>button</a:t>
            </a:r>
            <a:r>
              <a:rPr dirty="0">
                <a:solidFill>
                  <a:srgbClr val="D4D4D4"/>
                </a:solidFill>
                <a:latin typeface="Consolas"/>
              </a:rPr>
              <a:t> </a:t>
            </a:r>
            <a:r>
              <a:rPr dirty="0">
                <a:solidFill>
                  <a:srgbClr val="DCDCAA"/>
                </a:solidFill>
                <a:latin typeface="Consolas"/>
              </a:rPr>
              <a:t>type</a:t>
            </a:r>
            <a:r>
              <a:rPr dirty="0">
                <a:solidFill>
                  <a:srgbClr val="D4D4D4"/>
                </a:solidFill>
                <a:latin typeface="Consolas"/>
              </a:rPr>
              <a:t>=</a:t>
            </a:r>
            <a:r>
              <a:rPr dirty="0">
                <a:solidFill>
                  <a:srgbClr val="CE9178"/>
                </a:solidFill>
                <a:latin typeface="Consolas"/>
              </a:rPr>
              <a:t>"submit"</a:t>
            </a:r>
            <a:r>
              <a:rPr dirty="0">
                <a:solidFill>
                  <a:srgbClr val="D4D4D4"/>
                </a:solidFill>
                <a:latin typeface="Consolas"/>
              </a:rPr>
              <a:t>&gt;Valider&lt;/</a:t>
            </a:r>
            <a:r>
              <a:rPr dirty="0">
                <a:solidFill>
                  <a:srgbClr val="569CD6"/>
                </a:solidFill>
                <a:latin typeface="Consolas"/>
              </a:rPr>
              <a:t>button</a:t>
            </a:r>
            <a:r>
              <a:rPr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dirty="0">
                <a:solidFill>
                  <a:srgbClr val="D4D4D4"/>
                </a:solidFill>
                <a:latin typeface="Consolas"/>
              </a:rPr>
              <a:t>&lt;/</a:t>
            </a:r>
            <a:r>
              <a:rPr dirty="0">
                <a:solidFill>
                  <a:srgbClr val="569CD6"/>
                </a:solidFill>
                <a:latin typeface="Consolas"/>
              </a:rPr>
              <a:t>form</a:t>
            </a:r>
            <a:r>
              <a:rPr dirty="0">
                <a:solidFill>
                  <a:srgbClr val="D4D4D4"/>
                </a:solidFill>
                <a:latin typeface="Consolas"/>
              </a:rPr>
              <a:t>/&gt;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Module M104 · Chapitre 4 · Formulaires HTML5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805A9FC-A6F4-DBD1-B776-1D1EFF901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730" y="2713980"/>
            <a:ext cx="4629150" cy="2686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 nodeType="withEffect">
                            <p:stCondLst>
                              <p:cond delay="1500"/>
                            </p:stCondLst>
                            <p:childTnLst>
                              <p:animEffect transition="in" filter="fade">
                                <p:cBhvr>
                                  <p:cTn id="1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libri"/>
              </a:rPr>
              <a:t>💡 Astuce : l'attribut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24292E"/>
                </a:solidFill>
                <a:latin typeface="Calibri"/>
              </a:rPr>
              <a:t>L'attribut title s'affiche dans une info-bulle lorsque la validation échoue.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Explique le format attendu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Aide l'utilisateur à corriger sa saisie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i="1">
                <a:solidFill>
                  <a:srgbClr val="16A34A"/>
                </a:solidFill>
                <a:latin typeface="Calibri"/>
              </a:rPr>
              <a:t>  ✅ Toujours accompagner pattern d'un title explicite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6A737D"/>
                </a:solidFill>
                <a:latin typeface="Calibri"/>
              </a:rPr>
              <a:t>Module M104 · Chapitre 4 · Formulaires HTML5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E33"/>
            </a:gs>
            <a:gs pos="100000">
              <a:srgbClr val="1E3A5F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2743200" cy="2743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0" b="1" i="0">
                <a:solidFill>
                  <a:srgbClr val="2A4A6E"/>
                </a:solidFill>
                <a:latin typeface="Calibri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926080"/>
            <a:ext cx="13716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0" y="3200400"/>
            <a:ext cx="685800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Structure et accessibilité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937760"/>
            <a:ext cx="68580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0" i="1">
                <a:solidFill>
                  <a:srgbClr val="B8C8D8"/>
                </a:solidFill>
                <a:latin typeface="Calibri"/>
              </a:rPr>
              <a:t>Fieldset, legend, label et ARIA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Grouper les champs · &lt;fieldset&gt;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100" b="1" i="0">
                <a:solidFill>
                  <a:srgbClr val="D97706"/>
                </a:solidFill>
                <a:latin typeface="Calibri"/>
              </a:rPr>
              <a:t>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50292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515600" cy="29751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 err="1">
                <a:solidFill>
                  <a:srgbClr val="569CD6"/>
                </a:solidFill>
                <a:latin typeface="Consolas"/>
              </a:rPr>
              <a:t>fieldset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  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legend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  <a:r>
              <a:rPr sz="2000" dirty="0" err="1">
                <a:solidFill>
                  <a:srgbClr val="D4D4D4"/>
                </a:solidFill>
                <a:latin typeface="Consolas"/>
              </a:rPr>
              <a:t>Informations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 err="1">
                <a:solidFill>
                  <a:srgbClr val="D4D4D4"/>
                </a:solidFill>
                <a:latin typeface="Consolas"/>
              </a:rPr>
              <a:t>personnelles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legend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endParaRPr sz="2000" dirty="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  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for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 err="1">
                <a:solidFill>
                  <a:srgbClr val="CE9178"/>
                </a:solidFill>
                <a:latin typeface="Consolas"/>
              </a:rPr>
              <a:t>prenom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  <a:r>
              <a:rPr sz="2000" dirty="0" err="1">
                <a:solidFill>
                  <a:srgbClr val="D4D4D4"/>
                </a:solidFill>
                <a:latin typeface="Consolas"/>
              </a:rPr>
              <a:t>Prénom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:&lt;/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  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input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"text"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id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 err="1">
                <a:solidFill>
                  <a:srgbClr val="CE9178"/>
                </a:solidFill>
                <a:latin typeface="Consolas"/>
              </a:rPr>
              <a:t>prenom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name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 err="1">
                <a:solidFill>
                  <a:srgbClr val="CE9178"/>
                </a:solidFill>
                <a:latin typeface="Consolas"/>
              </a:rPr>
              <a:t>prenom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endParaRPr sz="2000" dirty="0">
              <a:solidFill>
                <a:srgbClr val="D4D4D4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  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for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"nom"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&gt;Nom :&lt;/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label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  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input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"text"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id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"nom"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name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"nom"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&lt;/</a:t>
            </a:r>
            <a:r>
              <a:rPr sz="2000" dirty="0" err="1">
                <a:solidFill>
                  <a:srgbClr val="569CD6"/>
                </a:solidFill>
                <a:latin typeface="Consolas"/>
              </a:rPr>
              <a:t>fieldset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Module M104 · Chapitre 4 · Formulaires HTML5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DB12226-7505-5D51-230B-9EF4D9E97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830" y="4575373"/>
            <a:ext cx="4559300" cy="1758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 nodeType="withEffect">
                            <p:stCondLst>
                              <p:cond delay="1500"/>
                            </p:stCondLst>
                            <p:childTnLst>
                              <p:animEffect transition="in" filter="fade">
                                <p:cBhvr>
                                  <p:cTn id="1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libri"/>
              </a:rPr>
              <a:t>Accessibilité · l'élément &lt;label&gt;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24292E"/>
                </a:solidFill>
                <a:latin typeface="Calibri"/>
              </a:rPr>
              <a:t>L'élément &lt;label&gt; associe un texte descriptif à un champ. Deux méthodes 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Avec for et id : &lt;label for="email"&gt;Email&lt;/label&gt;&lt;input id="email"&gt;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Par imbrication : &lt;label&gt;Email &lt;input&gt;&lt;/label&gt;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i="1">
                <a:solidFill>
                  <a:srgbClr val="16A34A"/>
                </a:solidFill>
                <a:latin typeface="Calibri"/>
              </a:rPr>
              <a:t>  ⚠️ Règle W3C : chaque champ doit avoir un &lt;label&gt; associé  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24292E"/>
                </a:solidFill>
                <a:latin typeface="Calibri"/>
              </a:rPr>
              <a:t>Avantages : lecteurs d'écran, clic sur le label = focus sur le champ, ergonomie.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6A737D"/>
                </a:solidFill>
                <a:latin typeface="Calibri"/>
              </a:rPr>
              <a:t>Module M104 · Chapitre 4 · Formulaires HTML5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libri"/>
              </a:rPr>
              <a:t>Attributs d'accessibilité avancés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1705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aria-label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étiquette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invisible pour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lecteurs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d'écran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aria-</a:t>
            </a:r>
            <a:r>
              <a:rPr sz="2000" b="1" dirty="0" err="1">
                <a:solidFill>
                  <a:srgbClr val="1E3A5F"/>
                </a:solidFill>
                <a:latin typeface="Calibri"/>
              </a:rPr>
              <a:t>describedby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référence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à un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texte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descriptif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</a:t>
            </a:r>
            <a:r>
              <a:rPr sz="2000" b="1" dirty="0">
                <a:solidFill>
                  <a:srgbClr val="1E3A5F"/>
                </a:solidFill>
                <a:latin typeface="Calibri"/>
              </a:rPr>
              <a:t>role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·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rôle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de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l'élément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(ex : role="search")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i="1" dirty="0">
                <a:solidFill>
                  <a:srgbClr val="16A34A"/>
                </a:solidFill>
                <a:latin typeface="Calibri"/>
              </a:rPr>
              <a:t>  💡 Le placeholder ne </a:t>
            </a:r>
            <a:r>
              <a:rPr sz="1600" i="1" dirty="0" err="1">
                <a:solidFill>
                  <a:srgbClr val="16A34A"/>
                </a:solidFill>
                <a:latin typeface="Calibri"/>
              </a:rPr>
              <a:t>remplace</a:t>
            </a:r>
            <a:r>
              <a:rPr sz="1600" i="1" dirty="0">
                <a:solidFill>
                  <a:srgbClr val="16A34A"/>
                </a:solidFill>
                <a:latin typeface="Calibri"/>
              </a:rPr>
              <a:t> JAMAIS le &lt;label&gt;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6A737D"/>
                </a:solidFill>
                <a:latin typeface="Calibri"/>
              </a:rPr>
              <a:t>Module M104 · Chapitre 4 · Formulaires HTML5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E33"/>
            </a:gs>
            <a:gs pos="100000">
              <a:srgbClr val="1E3A5F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2743200" cy="2743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0" b="1" i="0">
                <a:solidFill>
                  <a:srgbClr val="2A4A6E"/>
                </a:solidFill>
                <a:latin typeface="Calibri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926080"/>
            <a:ext cx="13716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0" y="3200400"/>
            <a:ext cx="685800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Exercices pratiques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937760"/>
            <a:ext cx="68580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0" i="1">
                <a:solidFill>
                  <a:srgbClr val="B8C8D8"/>
                </a:solidFill>
                <a:latin typeface="Calibri"/>
              </a:rPr>
              <a:t>Mettre en pratique les notions du chapitre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libri"/>
              </a:rPr>
              <a:t>Exercice 1 · Formulaire de contact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24292E"/>
                </a:solidFill>
                <a:latin typeface="Calibri"/>
              </a:rPr>
              <a:t>Créez un formulaire de contact contenant 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Champ nom (texte, obligatoire)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Champ email (type email, obligatoire)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Champ sujet (texte, obligatoire)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Zone de texte message (obligatoire, 5 lignes)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Bouton envoyer et bouton réinitialiser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6A737D"/>
                </a:solidFill>
                <a:latin typeface="Calibri"/>
              </a:rPr>
              <a:t>Module M104 · Chapitre 4 · Formulaires HTML5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41EFA26-098B-EEEA-3225-DDDBC4443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230" y="1459239"/>
            <a:ext cx="2692400" cy="3073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libri"/>
              </a:rPr>
              <a:t>Exercice 2 · Formulaire d'inscription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dirty="0" err="1">
                <a:solidFill>
                  <a:srgbClr val="24292E"/>
                </a:solidFill>
                <a:latin typeface="Calibri"/>
              </a:rPr>
              <a:t>Créez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un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formulaire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d'inscription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contenant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Nom,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prénom</a:t>
            </a:r>
            <a:r>
              <a:rPr sz="2000" dirty="0">
                <a:solidFill>
                  <a:srgbClr val="1E3A5F"/>
                </a:solidFill>
                <a:latin typeface="Calibri"/>
              </a:rPr>
              <a:t>, email, mot de passe (avec confirmation)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Date de naissance (type date)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Genre (boutons radio)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Pays (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liste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déroulante</a:t>
            </a:r>
            <a:r>
              <a:rPr sz="2000" dirty="0">
                <a:solidFill>
                  <a:srgbClr val="1E3A5F"/>
                </a:solidFill>
                <a:latin typeface="Calibri"/>
              </a:rPr>
              <a:t>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Centre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d'intérêt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(cases à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cocher</a:t>
            </a:r>
            <a:r>
              <a:rPr sz="2000" dirty="0">
                <a:solidFill>
                  <a:srgbClr val="1E3A5F"/>
                </a:solidFill>
                <a:latin typeface="Calibri"/>
              </a:rPr>
              <a:t>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Acceptation des conditions (case à c</a:t>
            </a:r>
            <a:r>
              <a:rPr lang="fr-FR" sz="2000" dirty="0">
                <a:solidFill>
                  <a:srgbClr val="1E3A5F"/>
                </a:solidFill>
                <a:latin typeface="Calibri"/>
              </a:rPr>
              <a:t>ô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cher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</a:t>
            </a:r>
            <a:br>
              <a:rPr lang="fr-FR" sz="2000" dirty="0">
                <a:solidFill>
                  <a:srgbClr val="1E3A5F"/>
                </a:solidFill>
                <a:latin typeface="Calibri"/>
              </a:rPr>
            </a:br>
            <a:r>
              <a:rPr lang="fr-FR" sz="2000" dirty="0">
                <a:solidFill>
                  <a:srgbClr val="1E3A5F"/>
                </a:solidFill>
                <a:latin typeface="Calibri"/>
              </a:rPr>
              <a:t>   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obligatoire</a:t>
            </a:r>
            <a:r>
              <a:rPr sz="2000" dirty="0">
                <a:solidFill>
                  <a:srgbClr val="1E3A5F"/>
                </a:solidFill>
                <a:latin typeface="Calibri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6A737D"/>
                </a:solidFill>
                <a:latin typeface="Calibri"/>
              </a:rPr>
              <a:t>Module M104 · Chapitre 4 · Formulaires HTML5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7125523-4F9D-E766-43AF-149C4152E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313940"/>
            <a:ext cx="5664200" cy="41783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libri"/>
              </a:rPr>
              <a:t>Exercice 3 · Formulaire de paiement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24292E"/>
                </a:solidFill>
                <a:latin typeface="Calibri"/>
              </a:rPr>
              <a:t>Créez un formulaire de paiement avec 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Numéro de carte bancaire (pattern 16 chiffres)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Date d'expiration (type month)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Cryptogramme (3 chiffres)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Montant (number, min 1, max 10000)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Bouton payer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6A737D"/>
                </a:solidFill>
                <a:latin typeface="Calibri"/>
              </a:rPr>
              <a:t>Module M104 · Chapitre 4 · Formulaires HTML5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7570203-1206-44CE-25C9-7D6FF9991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722" y="3840480"/>
            <a:ext cx="3778250" cy="24765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libri"/>
              </a:rPr>
              <a:t>Exercice 4 · Formulaire de recherche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24292E"/>
                </a:solidFill>
                <a:latin typeface="Calibri"/>
              </a:rPr>
              <a:t>Créez un formulaire de recherche avec :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Champ de recherche (type search)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Liste déroulante de catégories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Curseur de prix maximum (type range)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Bouton rechercher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6A737D"/>
                </a:solidFill>
                <a:latin typeface="Calibri"/>
              </a:rPr>
              <a:t>Module M104 · Chapitre 4 · Formulaires HTML5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293872B-3030-CE22-AEC3-C35A81C4D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447" y="3648832"/>
            <a:ext cx="3352800" cy="2006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Exercice 5 · Corriger un formulaire (6 erreurs)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1100" b="1" i="0">
                <a:solidFill>
                  <a:srgbClr val="D97706"/>
                </a:solidFill>
                <a:latin typeface="Calibri"/>
              </a:rPr>
              <a:t>HTML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50292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515600" cy="23083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form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input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"text"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placeholder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"Nom"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input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"email"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placeholder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"Email"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input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"password"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placeholder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"Mot de passe"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input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"checkbox"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 </a:t>
            </a:r>
            <a:r>
              <a:rPr sz="2000" dirty="0" err="1">
                <a:solidFill>
                  <a:srgbClr val="D4D4D4"/>
                </a:solidFill>
                <a:latin typeface="Consolas"/>
              </a:rPr>
              <a:t>J'accepte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les conditions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input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type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"submit"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 </a:t>
            </a:r>
            <a:r>
              <a:rPr sz="2000" dirty="0">
                <a:solidFill>
                  <a:srgbClr val="DCDCAA"/>
                </a:solidFill>
                <a:latin typeface="Consolas"/>
              </a:rPr>
              <a:t>value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=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 err="1">
                <a:solidFill>
                  <a:srgbClr val="CE9178"/>
                </a:solidFill>
                <a:latin typeface="Consolas"/>
              </a:rPr>
              <a:t>Envoyer</a:t>
            </a:r>
            <a:r>
              <a:rPr sz="2000" dirty="0">
                <a:solidFill>
                  <a:srgbClr val="CE9178"/>
                </a:solidFill>
                <a:latin typeface="Consolas"/>
              </a:rPr>
              <a:t>"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dirty="0">
                <a:solidFill>
                  <a:srgbClr val="D4D4D4"/>
                </a:solidFill>
                <a:latin typeface="Consolas"/>
              </a:rPr>
              <a:t>&lt;/</a:t>
            </a:r>
            <a:r>
              <a:rPr sz="2000" dirty="0">
                <a:solidFill>
                  <a:srgbClr val="569CD6"/>
                </a:solidFill>
                <a:latin typeface="Consolas"/>
              </a:rPr>
              <a:t>form</a:t>
            </a:r>
            <a:r>
              <a:rPr sz="2000" dirty="0">
                <a:solidFill>
                  <a:srgbClr val="D4D4D4"/>
                </a:solidFill>
                <a:latin typeface="Consolas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Module M104 · Chapitre 4 · Formulaires HTML5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79E8FF0-0F15-24D6-2EEB-FCBC23D8C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780" y="4093845"/>
            <a:ext cx="3835400" cy="15684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 nodeType="withEffect">
                            <p:stCondLst>
                              <p:cond delay="1500"/>
                            </p:stCondLst>
                            <p:childTnLst>
                              <p:animEffect transition="in" filter="fade">
                                <p:cBhvr>
                                  <p:cTn id="11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E33"/>
            </a:gs>
            <a:gs pos="100000">
              <a:srgbClr val="1E3A5F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2743200" cy="2743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0" b="1" i="0">
                <a:solidFill>
                  <a:srgbClr val="2A4A6E"/>
                </a:solidFill>
                <a:latin typeface="Calibri"/>
              </a:rP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926080"/>
            <a:ext cx="13716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0" y="3200400"/>
            <a:ext cx="685800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QCM de vérification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937760"/>
            <a:ext cx="68580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0" i="1">
                <a:solidFill>
                  <a:srgbClr val="B8C8D8"/>
                </a:solidFill>
                <a:latin typeface="Calibri"/>
              </a:rPr>
              <a:t>10 questions pour tester vos connaissances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libri"/>
              </a:rPr>
              <a:t>QCM · Questions 1 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268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dirty="0">
                <a:solidFill>
                  <a:srgbClr val="24292E"/>
                </a:solidFill>
                <a:latin typeface="Calibri"/>
              </a:rPr>
              <a:t>1. Quelle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balise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crée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un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formulaire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HTML ?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A. &lt;input&gt;  ·  B. &lt;form&gt;  ·  C. &lt;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fieldset</a:t>
            </a:r>
            <a:r>
              <a:rPr sz="2000" dirty="0">
                <a:solidFill>
                  <a:srgbClr val="1E3A5F"/>
                </a:solidFill>
                <a:latin typeface="Calibri"/>
              </a:rPr>
              <a:t>&gt;  ·  D. &lt;label&gt;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dirty="0">
                <a:solidFill>
                  <a:srgbClr val="24292E"/>
                </a:solidFill>
                <a:latin typeface="Calibri"/>
              </a:rPr>
              <a:t>2. Quel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attribut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définit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la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méthode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d'envoi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des données ?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A. action  ·  B. method  ·  C.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enctype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 ·  D. target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dirty="0">
                <a:solidFill>
                  <a:srgbClr val="24292E"/>
                </a:solidFill>
                <a:latin typeface="Calibri"/>
              </a:rPr>
              <a:t>3. Quel type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d'input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affiche un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sélecteur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de date ?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A. type="text"  ·  B. type="date"  ·  C. type="calendar"  ·  D. type="time"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dirty="0">
                <a:solidFill>
                  <a:srgbClr val="24292E"/>
                </a:solidFill>
                <a:latin typeface="Calibri"/>
              </a:rPr>
              <a:t>4. Quel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attribut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rend un champ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obligatoire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?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A. obligatory  ·  B. required  ·  C. mandatory  ·  D. needed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dirty="0">
                <a:solidFill>
                  <a:srgbClr val="24292E"/>
                </a:solidFill>
                <a:latin typeface="Calibri"/>
              </a:rPr>
              <a:t>5. Quelle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balise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crée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une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liste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déroulante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?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A. &lt;dropdown&gt;  ·  B. &lt;select&gt;  ·  C. &lt;list&gt;  ·  D. &lt;option&gt;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6A737D"/>
                </a:solidFill>
                <a:latin typeface="Calibri"/>
              </a:rPr>
              <a:t>Module M104 · Chapitre 4 · Formulaires HTML5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libri"/>
              </a:rPr>
              <a:t>QCM · Questions 6 à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dirty="0">
                <a:solidFill>
                  <a:srgbClr val="24292E"/>
                </a:solidFill>
                <a:latin typeface="Calibri"/>
              </a:rPr>
              <a:t>6. Quelle est la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différence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entre radio et checkbox ?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A.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Identiques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 ·  B. Radio = 1 choix, checkbox =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plusieurs</a:t>
            </a:r>
            <a:r>
              <a:rPr sz="2000" dirty="0">
                <a:solidFill>
                  <a:srgbClr val="1E3A5F"/>
                </a:solidFill>
                <a:latin typeface="Calibri"/>
              </a:rPr>
              <a:t>  ·  C. Inverse  ·  D. 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Autre</a:t>
            </a:r>
            <a:endParaRPr sz="2000" dirty="0">
              <a:solidFill>
                <a:srgbClr val="1E3A5F"/>
              </a:solidFill>
              <a:latin typeface="Calibri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dirty="0">
                <a:solidFill>
                  <a:srgbClr val="24292E"/>
                </a:solidFill>
                <a:latin typeface="Calibri"/>
              </a:rPr>
              <a:t>7. Quel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attribut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associe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un label à un champ ?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A. name  ·  B. id + for  ·  C. link  ·  D. bind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dirty="0">
                <a:solidFill>
                  <a:srgbClr val="24292E"/>
                </a:solidFill>
                <a:latin typeface="Calibri"/>
              </a:rPr>
              <a:t>8. Quelle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balise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regroupe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des champs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apparentés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?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A. &lt;group&gt;  ·  B. &lt;</a:t>
            </a:r>
            <a:r>
              <a:rPr sz="2000" dirty="0" err="1">
                <a:solidFill>
                  <a:srgbClr val="1E3A5F"/>
                </a:solidFill>
                <a:latin typeface="Calibri"/>
              </a:rPr>
              <a:t>fieldset</a:t>
            </a:r>
            <a:r>
              <a:rPr sz="2000" dirty="0">
                <a:solidFill>
                  <a:srgbClr val="1E3A5F"/>
                </a:solidFill>
                <a:latin typeface="Calibri"/>
              </a:rPr>
              <a:t>&gt;  ·  C. &lt;section&gt;  ·  D. &lt;div&gt;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dirty="0">
                <a:solidFill>
                  <a:srgbClr val="24292E"/>
                </a:solidFill>
                <a:latin typeface="Calibri"/>
              </a:rPr>
              <a:t>9. Quel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attribut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définit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une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expression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régulière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?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A. regex  ·  B. pattern  ·  C. validate  ·  D. match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dirty="0">
                <a:solidFill>
                  <a:srgbClr val="24292E"/>
                </a:solidFill>
                <a:latin typeface="Calibri"/>
              </a:rPr>
              <a:t>10. Quel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attribut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affiche un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texte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4292E"/>
                </a:solidFill>
                <a:latin typeface="Calibri"/>
              </a:rPr>
              <a:t>indicatif</a:t>
            </a:r>
            <a:r>
              <a:rPr sz="1800" dirty="0">
                <a:solidFill>
                  <a:srgbClr val="24292E"/>
                </a:solidFill>
                <a:latin typeface="Calibri"/>
              </a:rPr>
              <a:t> ?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2000" dirty="0">
                <a:solidFill>
                  <a:srgbClr val="1E3A5F"/>
                </a:solidFill>
                <a:latin typeface="Calibri"/>
              </a:rPr>
              <a:t>•  A. value  ·  B. placeholder  ·  C. hint  ·  D. text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i="1" dirty="0">
                <a:solidFill>
                  <a:srgbClr val="16A34A"/>
                </a:solidFill>
                <a:latin typeface="Calibri"/>
              </a:rPr>
              <a:t>  📝 Répondez sur la </a:t>
            </a:r>
            <a:r>
              <a:rPr sz="1600" i="1" dirty="0" err="1">
                <a:solidFill>
                  <a:srgbClr val="16A34A"/>
                </a:solidFill>
                <a:latin typeface="Calibri"/>
              </a:rPr>
              <a:t>feuille</a:t>
            </a:r>
            <a:r>
              <a:rPr sz="1600" i="1" dirty="0">
                <a:solidFill>
                  <a:srgbClr val="16A34A"/>
                </a:solidFill>
                <a:latin typeface="Calibri"/>
              </a:rPr>
              <a:t> </a:t>
            </a:r>
            <a:r>
              <a:rPr sz="1600" i="1" dirty="0" err="1">
                <a:solidFill>
                  <a:srgbClr val="16A34A"/>
                </a:solidFill>
                <a:latin typeface="Calibri"/>
              </a:rPr>
              <a:t>distribuée</a:t>
            </a:r>
            <a:r>
              <a:rPr sz="1600" i="1" dirty="0">
                <a:solidFill>
                  <a:srgbClr val="16A34A"/>
                </a:solidFill>
                <a:latin typeface="Calibri"/>
              </a:rPr>
              <a:t>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6A737D"/>
                </a:solidFill>
                <a:latin typeface="Calibri"/>
              </a:rPr>
              <a:t>Module M104 · Chapitre 4 · Formulaires HTML5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E33"/>
            </a:gs>
            <a:gs pos="100000">
              <a:srgbClr val="1E3A5F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2743200" cy="2743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0" b="1" i="0">
                <a:solidFill>
                  <a:srgbClr val="2A4A6E"/>
                </a:solidFill>
                <a:latin typeface="Calibri"/>
              </a:rP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926080"/>
            <a:ext cx="137160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0" y="3200400"/>
            <a:ext cx="685800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Projet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937760"/>
            <a:ext cx="68580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800" b="0" i="1">
                <a:solidFill>
                  <a:srgbClr val="B8C8D8"/>
                </a:solidFill>
                <a:latin typeface="Calibri"/>
              </a:rPr>
              <a:t>Formulaire d'inscription complet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libri"/>
              </a:rPr>
              <a:t>Projet · Formulaire d'inscription complet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24292E"/>
                </a:solidFill>
                <a:latin typeface="Calibri"/>
              </a:rPr>
              <a:t>Créez un formulaire d'inscription à une formation, complet et valide W3C.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Formulaire : action vers traitement.php, méthode POST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Informations personnelles : nom, prénom, email, téléphone, date de naissance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Compte : mot de passe + confirmation (pattern)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Formation : liste déroulante des filières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Niveau : boutons radio (Bac, Bac+2, Bac+3, Bac+5)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Centres d'intérêt : cases à cocher (au moins 4)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Motivation : zone de texte (min 20 caractères)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CV : upload de fichier (PDF uniquement)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Conditions : case à cocher obligatoire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>
                <a:solidFill>
                  <a:srgbClr val="1E3A5F"/>
                </a:solidFill>
                <a:latin typeface="Calibri"/>
              </a:rPr>
              <a:t>•  Boutons : Envoyer + Réinitialiser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i="1">
                <a:solidFill>
                  <a:srgbClr val="16A34A"/>
                </a:solidFill>
                <a:latin typeface="Calibri"/>
              </a:rPr>
              <a:t>  🎯 Grille d'évaluation sur 20 points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6A737D"/>
                </a:solidFill>
                <a:latin typeface="Calibri"/>
              </a:rPr>
              <a:t>Module M104 · Chapitre 4 · Formulaires HTML5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72130-1830-6A77-7584-185E34813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328E74-E0D7-1C41-7E8D-9CC31E8DD38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159BF9-9990-E34A-BE9D-7A595BA7CB32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D2747-05E6-E53B-A792-323F47281503}"/>
              </a:ext>
            </a:extLst>
          </p:cNvPr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Calibri"/>
              </a:rPr>
              <a:t>Projet · Formulaire d'inscription complet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B9ED4A-16ED-B476-9C4E-07D231946E09}"/>
              </a:ext>
            </a:extLst>
          </p:cNvPr>
          <p:cNvSpPr/>
          <p:nvPr/>
        </p:nvSpPr>
        <p:spPr>
          <a:xfrm>
            <a:off x="548640" y="1143000"/>
            <a:ext cx="18288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8C98E8-AB68-4350-45A1-C091BEB50DEB}"/>
              </a:ext>
            </a:extLst>
          </p:cNvPr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1">
                <a:solidFill>
                  <a:srgbClr val="6A737D"/>
                </a:solidFill>
                <a:latin typeface="Calibri"/>
              </a:rPr>
              <a:t>Module M104 · Chapitre 4 · Formulaires HTML5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D8DB1D8-E025-9EF7-1FDD-42A1A957B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595" y="1784668"/>
            <a:ext cx="5972810" cy="41116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563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E33"/>
            </a:gs>
            <a:gs pos="100000">
              <a:srgbClr val="1E3A5F"/>
            </a:gs>
          </a:gsLst>
          <a:lin ang="135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Fin du chapitre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645920"/>
            <a:ext cx="2103120" cy="54864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210312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D0E0F0"/>
                </a:solidFill>
                <a:latin typeface="Calibri"/>
              </a:rPr>
              <a:t>✓  L'anatomie d'un formulaire et ses attributs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D0E0F0"/>
                </a:solidFill>
                <a:latin typeface="Calibri"/>
              </a:rPr>
              <a:t>✓  Les champs essentiels : text, email, password, number, date, file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D0E0F0"/>
                </a:solidFill>
                <a:latin typeface="Calibri"/>
              </a:rPr>
              <a:t>✓  Listes déroulantes, boutons radio, cases à cocher, zones de texte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D0E0F0"/>
                </a:solidFill>
                <a:latin typeface="Calibri"/>
              </a:rPr>
              <a:t>✓  La validation HTML5 : required, pattern, min, max, placeholder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D0E0F0"/>
                </a:solidFill>
                <a:latin typeface="Calibri"/>
              </a:rPr>
              <a:t>✓  La structure avec fieldset et legend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D0E0F0"/>
                </a:solidFill>
                <a:latin typeface="Calibri"/>
              </a:rPr>
              <a:t>✓  L'accessibilité avec label et aria-*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D0E0F0"/>
                </a:solidFill>
                <a:latin typeface="Calibri"/>
              </a:rPr>
              <a:t>✓  La création d'un formulaire d'inscription complet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0" i="1">
                <a:solidFill>
                  <a:srgbClr val="FFB400"/>
                </a:solidFill>
                <a:latin typeface="Calibri"/>
              </a:rPr>
              <a:t>👉 Chapitre 5 · Mise en forme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 i="0">
                <a:solidFill>
                  <a:srgbClr val="A0B8D0"/>
                </a:solidFill>
                <a:latin typeface="Calibri"/>
              </a:rPr>
              <a:t>Module M104 · ISMO OFPPT · Formateur : KELLOUCH Mahdi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 nodeType="withEffect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fill="hold" nodeType="withEffect">
                            <p:stCondLst>
                              <p:cond delay="500"/>
                            </p:stCondLst>
                            <p:childTnLst>
                              <p:animEffect transition="in" filter="fade">
                                <p:cBhvr>
                                  <p:cTn id="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fill="hold" nodeType="withEffect">
                            <p:stCondLst>
                              <p:cond delay="10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fill="hold" nodeType="withEffect">
                            <p:stCondLst>
                              <p:cond delay="1500"/>
                            </p:stCondLst>
                            <p:childTnLst>
                              <p:animEffect transition="in" filter="fade">
                                <p:cBhvr>
                                  <p:cTn id="11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2765</Words>
  <Application>Microsoft Office PowerPoint</Application>
  <PresentationFormat>Grand écran</PresentationFormat>
  <Paragraphs>347</Paragraphs>
  <Slides>46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46</vt:i4>
      </vt:variant>
    </vt:vector>
  </HeadingPairs>
  <TitlesOfParts>
    <vt:vector size="50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MEHDI KELLOUCH</cp:lastModifiedBy>
  <cp:revision>2</cp:revision>
  <dcterms:created xsi:type="dcterms:W3CDTF">2013-01-27T09:14:16Z</dcterms:created>
  <dcterms:modified xsi:type="dcterms:W3CDTF">2026-10-11T21:23:07Z</dcterms:modified>
  <cp:category/>
</cp:coreProperties>
</file>